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6"/>
  </p:notesMasterIdLst>
  <p:sldIdLst>
    <p:sldId id="256" r:id="rId2"/>
    <p:sldId id="257" r:id="rId3"/>
    <p:sldId id="258" r:id="rId4"/>
    <p:sldId id="260" r:id="rId5"/>
    <p:sldId id="261" r:id="rId6"/>
    <p:sldId id="295" r:id="rId7"/>
    <p:sldId id="263" r:id="rId8"/>
    <p:sldId id="264" r:id="rId9"/>
    <p:sldId id="265" r:id="rId10"/>
    <p:sldId id="267" r:id="rId11"/>
    <p:sldId id="276" r:id="rId12"/>
    <p:sldId id="296" r:id="rId13"/>
    <p:sldId id="297" r:id="rId14"/>
    <p:sldId id="278" r:id="rId15"/>
  </p:sldIdLst>
  <p:sldSz cx="9144000" cy="5143500" type="screen16x9"/>
  <p:notesSz cx="6858000" cy="9144000"/>
  <p:embeddedFontLst>
    <p:embeddedFont>
      <p:font typeface="Bookman Old Style" panose="02050604050505020204" pitchFamily="18" charset="0"/>
      <p:regular r:id="rId17"/>
      <p:bold r:id="rId18"/>
      <p:italic r:id="rId19"/>
      <p:boldItalic r:id="rId20"/>
    </p:embeddedFont>
    <p:embeddedFont>
      <p:font typeface="Maiandra GD" panose="020E0502030308020204" pitchFamily="34" charset="0"/>
      <p:regular r:id="rId21"/>
    </p:embeddedFont>
    <p:embeddedFont>
      <p:font typeface="Poppins" panose="00000500000000000000" pitchFamily="2" charset="0"/>
      <p:regular r:id="rId22"/>
      <p:bold r:id="rId23"/>
      <p:italic r:id="rId24"/>
      <p:boldItalic r:id="rId25"/>
    </p:embeddedFont>
    <p:embeddedFont>
      <p:font typeface="Poppins Light" panose="000004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27B88EA-AB04-4206-83BF-3F7015153C55}">
          <p14:sldIdLst>
            <p14:sldId id="256"/>
            <p14:sldId id="257"/>
            <p14:sldId id="258"/>
            <p14:sldId id="260"/>
            <p14:sldId id="261"/>
            <p14:sldId id="295"/>
            <p14:sldId id="263"/>
            <p14:sldId id="264"/>
            <p14:sldId id="265"/>
            <p14:sldId id="267"/>
            <p14:sldId id="276"/>
            <p14:sldId id="296"/>
            <p14:sldId id="29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84DA76C-795A-495A-BEFA-B778C0396278}">
  <a:tblStyle styleId="{F84DA76C-795A-495A-BEFA-B778C039627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1611BF4-621E-4B3C-804F-145F23E6AE4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1" d="100"/>
          <a:sy n="91" d="100"/>
        </p:scale>
        <p:origin x="1210"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6913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1268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9665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p:nvPr/>
        </p:nvSpPr>
        <p:spPr>
          <a:xfrm>
            <a:off x="1592400" y="-407850"/>
            <a:ext cx="5959200" cy="5959200"/>
          </a:xfrm>
          <a:prstGeom prst="ellipse">
            <a:avLst/>
          </a:prstGeom>
          <a:solidFill>
            <a:srgbClr val="000000">
              <a:alpha val="26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501210" y="175873"/>
            <a:ext cx="2451351" cy="2451351"/>
            <a:chOff x="6680825" y="2549350"/>
            <a:chExt cx="1539600" cy="1539600"/>
          </a:xfrm>
        </p:grpSpPr>
        <p:sp>
          <p:nvSpPr>
            <p:cNvPr id="12" name="Google Shape;12;p2"/>
            <p:cNvSpPr/>
            <p:nvPr/>
          </p:nvSpPr>
          <p:spPr>
            <a:xfrm>
              <a:off x="6825669" y="2694194"/>
              <a:ext cx="1249800" cy="1249800"/>
            </a:xfrm>
            <a:prstGeom prst="ellipse">
              <a:avLst/>
            </a:prstGeom>
            <a:solidFill>
              <a:srgbClr val="000000">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894850" y="2763375"/>
              <a:ext cx="1111200" cy="11112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680825" y="2549350"/>
              <a:ext cx="1539600" cy="1539600"/>
            </a:xfrm>
            <a:prstGeom prst="donut">
              <a:avLst>
                <a:gd name="adj" fmla="val 495"/>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6427669" y="2502633"/>
            <a:ext cx="2324700" cy="2324700"/>
            <a:chOff x="-474900" y="321200"/>
            <a:chExt cx="2324700" cy="2324700"/>
          </a:xfrm>
        </p:grpSpPr>
        <p:sp>
          <p:nvSpPr>
            <p:cNvPr id="16" name="Google Shape;16;p2"/>
            <p:cNvSpPr/>
            <p:nvPr/>
          </p:nvSpPr>
          <p:spPr>
            <a:xfrm>
              <a:off x="-474900" y="321200"/>
              <a:ext cx="2324700" cy="2324700"/>
            </a:xfrm>
            <a:prstGeom prst="ellipse">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20725" y="916825"/>
              <a:ext cx="1133400" cy="1133400"/>
            </a:xfrm>
            <a:prstGeom prst="ellipse">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37125" y="658975"/>
              <a:ext cx="1649100" cy="1649100"/>
            </a:xfrm>
            <a:prstGeom prst="ellipse">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13650" y="1109750"/>
              <a:ext cx="747600" cy="747600"/>
            </a:xfrm>
            <a:prstGeom prst="ellipse">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txBox="1">
            <a:spLocks noGrp="1"/>
          </p:cNvSpPr>
          <p:nvPr>
            <p:ph type="ctrTitle"/>
          </p:nvPr>
        </p:nvSpPr>
        <p:spPr>
          <a:xfrm>
            <a:off x="2211600" y="1991850"/>
            <a:ext cx="4720800" cy="1159800"/>
          </a:xfrm>
          <a:prstGeom prst="rect">
            <a:avLst/>
          </a:prstGeom>
          <a:effectLst>
            <a:outerShdw blurRad="85725" dist="19050" dir="5400000" algn="bl" rotWithShape="0">
              <a:srgbClr val="000000">
                <a:alpha val="10000"/>
              </a:srgbClr>
            </a:outerShdw>
          </a:effectLst>
        </p:spPr>
        <p:txBody>
          <a:bodyPr spcFirstLastPara="1" wrap="square" lIns="91425" tIns="91425" rIns="91425" bIns="91425" anchor="ctr" anchorCtr="0">
            <a:noAutofit/>
          </a:bodyPr>
          <a:lstStyle>
            <a:lvl1pPr lvl="0" algn="ctr">
              <a:spcBef>
                <a:spcPts val="0"/>
              </a:spcBef>
              <a:spcAft>
                <a:spcPts val="0"/>
              </a:spcAft>
              <a:buClr>
                <a:srgbClr val="FFFFFF"/>
              </a:buClr>
              <a:buSzPts val="5200"/>
              <a:buNone/>
              <a:defRPr sz="5200">
                <a:solidFill>
                  <a:srgbClr val="FFFFFF"/>
                </a:solidFill>
              </a:defRPr>
            </a:lvl1pPr>
            <a:lvl2pPr lvl="1" algn="ctr">
              <a:spcBef>
                <a:spcPts val="0"/>
              </a:spcBef>
              <a:spcAft>
                <a:spcPts val="0"/>
              </a:spcAft>
              <a:buClr>
                <a:srgbClr val="FFFFFF"/>
              </a:buClr>
              <a:buSzPts val="5200"/>
              <a:buNone/>
              <a:defRPr sz="5200">
                <a:solidFill>
                  <a:srgbClr val="FFFFFF"/>
                </a:solidFill>
              </a:defRPr>
            </a:lvl2pPr>
            <a:lvl3pPr lvl="2" algn="ctr">
              <a:spcBef>
                <a:spcPts val="0"/>
              </a:spcBef>
              <a:spcAft>
                <a:spcPts val="0"/>
              </a:spcAft>
              <a:buClr>
                <a:srgbClr val="FFFFFF"/>
              </a:buClr>
              <a:buSzPts val="5200"/>
              <a:buNone/>
              <a:defRPr sz="5200">
                <a:solidFill>
                  <a:srgbClr val="FFFFFF"/>
                </a:solidFill>
              </a:defRPr>
            </a:lvl3pPr>
            <a:lvl4pPr lvl="3" algn="ctr">
              <a:spcBef>
                <a:spcPts val="0"/>
              </a:spcBef>
              <a:spcAft>
                <a:spcPts val="0"/>
              </a:spcAft>
              <a:buClr>
                <a:srgbClr val="FFFFFF"/>
              </a:buClr>
              <a:buSzPts val="5200"/>
              <a:buNone/>
              <a:defRPr sz="5200">
                <a:solidFill>
                  <a:srgbClr val="FFFFFF"/>
                </a:solidFill>
              </a:defRPr>
            </a:lvl4pPr>
            <a:lvl5pPr lvl="4" algn="ctr">
              <a:spcBef>
                <a:spcPts val="0"/>
              </a:spcBef>
              <a:spcAft>
                <a:spcPts val="0"/>
              </a:spcAft>
              <a:buClr>
                <a:srgbClr val="FFFFFF"/>
              </a:buClr>
              <a:buSzPts val="5200"/>
              <a:buNone/>
              <a:defRPr sz="5200">
                <a:solidFill>
                  <a:srgbClr val="FFFFFF"/>
                </a:solidFill>
              </a:defRPr>
            </a:lvl5pPr>
            <a:lvl6pPr lvl="5" algn="ctr">
              <a:spcBef>
                <a:spcPts val="0"/>
              </a:spcBef>
              <a:spcAft>
                <a:spcPts val="0"/>
              </a:spcAft>
              <a:buClr>
                <a:srgbClr val="FFFFFF"/>
              </a:buClr>
              <a:buSzPts val="5200"/>
              <a:buNone/>
              <a:defRPr sz="5200">
                <a:solidFill>
                  <a:srgbClr val="FFFFFF"/>
                </a:solidFill>
              </a:defRPr>
            </a:lvl6pPr>
            <a:lvl7pPr lvl="6" algn="ctr">
              <a:spcBef>
                <a:spcPts val="0"/>
              </a:spcBef>
              <a:spcAft>
                <a:spcPts val="0"/>
              </a:spcAft>
              <a:buClr>
                <a:srgbClr val="FFFFFF"/>
              </a:buClr>
              <a:buSzPts val="5200"/>
              <a:buNone/>
              <a:defRPr sz="5200">
                <a:solidFill>
                  <a:srgbClr val="FFFFFF"/>
                </a:solidFill>
              </a:defRPr>
            </a:lvl7pPr>
            <a:lvl8pPr lvl="7" algn="ctr">
              <a:spcBef>
                <a:spcPts val="0"/>
              </a:spcBef>
              <a:spcAft>
                <a:spcPts val="0"/>
              </a:spcAft>
              <a:buClr>
                <a:srgbClr val="FFFFFF"/>
              </a:buClr>
              <a:buSzPts val="5200"/>
              <a:buNone/>
              <a:defRPr sz="5200">
                <a:solidFill>
                  <a:srgbClr val="FFFFFF"/>
                </a:solidFill>
              </a:defRPr>
            </a:lvl8pPr>
            <a:lvl9pPr lvl="8" algn="ctr">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34"/>
        <p:cNvGrpSpPr/>
        <p:nvPr/>
      </p:nvGrpSpPr>
      <p:grpSpPr>
        <a:xfrm>
          <a:off x="0" y="0"/>
          <a:ext cx="0" cy="0"/>
          <a:chOff x="0" y="0"/>
          <a:chExt cx="0" cy="0"/>
        </a:xfrm>
      </p:grpSpPr>
      <p:grpSp>
        <p:nvGrpSpPr>
          <p:cNvPr id="35" name="Google Shape;35;p4"/>
          <p:cNvGrpSpPr/>
          <p:nvPr/>
        </p:nvGrpSpPr>
        <p:grpSpPr>
          <a:xfrm>
            <a:off x="818844" y="502333"/>
            <a:ext cx="2324700" cy="2324700"/>
            <a:chOff x="-474900" y="321200"/>
            <a:chExt cx="2324700" cy="2324700"/>
          </a:xfrm>
        </p:grpSpPr>
        <p:sp>
          <p:nvSpPr>
            <p:cNvPr id="36" name="Google Shape;36;p4"/>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4"/>
          <p:cNvSpPr/>
          <p:nvPr/>
        </p:nvSpPr>
        <p:spPr>
          <a:xfrm>
            <a:off x="1794525" y="-407900"/>
            <a:ext cx="5959200" cy="5959200"/>
          </a:xfrm>
          <a:prstGeom prst="ellipse">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txBox="1">
            <a:spLocks noGrp="1"/>
          </p:cNvSpPr>
          <p:nvPr>
            <p:ph type="body" idx="1"/>
          </p:nvPr>
        </p:nvSpPr>
        <p:spPr>
          <a:xfrm>
            <a:off x="2385525" y="1310550"/>
            <a:ext cx="4777200" cy="3265800"/>
          </a:xfrm>
          <a:prstGeom prst="rect">
            <a:avLst/>
          </a:prstGeom>
        </p:spPr>
        <p:txBody>
          <a:bodyPr spcFirstLastPara="1" wrap="square" lIns="91425" tIns="91425" rIns="91425" bIns="91425" anchor="t" anchorCtr="0">
            <a:noAutofit/>
          </a:bodyPr>
          <a:lstStyle>
            <a:lvl1pPr marL="457200" lvl="0" indent="-393700" rtl="0">
              <a:spcBef>
                <a:spcPts val="600"/>
              </a:spcBef>
              <a:spcAft>
                <a:spcPts val="0"/>
              </a:spcAft>
              <a:buSzPts val="2600"/>
              <a:buFont typeface="Poppins"/>
              <a:buChar char="￮"/>
              <a:defRPr sz="2600" b="1">
                <a:latin typeface="Poppins"/>
                <a:ea typeface="Poppins"/>
                <a:cs typeface="Poppins"/>
                <a:sym typeface="Poppins"/>
              </a:defRPr>
            </a:lvl1pPr>
            <a:lvl2pPr marL="914400" lvl="1" indent="-393700" rtl="0">
              <a:spcBef>
                <a:spcPts val="0"/>
              </a:spcBef>
              <a:spcAft>
                <a:spcPts val="0"/>
              </a:spcAft>
              <a:buSzPts val="2600"/>
              <a:buFont typeface="Poppins"/>
              <a:buChar char="￮"/>
              <a:defRPr sz="2600" b="1">
                <a:latin typeface="Poppins"/>
                <a:ea typeface="Poppins"/>
                <a:cs typeface="Poppins"/>
                <a:sym typeface="Poppins"/>
              </a:defRPr>
            </a:lvl2pPr>
            <a:lvl3pPr marL="1371600" lvl="2" indent="-393700" rtl="0">
              <a:spcBef>
                <a:spcPts val="0"/>
              </a:spcBef>
              <a:spcAft>
                <a:spcPts val="0"/>
              </a:spcAft>
              <a:buSzPts val="2600"/>
              <a:buFont typeface="Poppins"/>
              <a:buChar char="￮"/>
              <a:defRPr sz="2600" b="1">
                <a:latin typeface="Poppins"/>
                <a:ea typeface="Poppins"/>
                <a:cs typeface="Poppins"/>
                <a:sym typeface="Poppins"/>
              </a:defRPr>
            </a:lvl3pPr>
            <a:lvl4pPr marL="1828800" lvl="3" indent="-393700" rtl="0">
              <a:spcBef>
                <a:spcPts val="0"/>
              </a:spcBef>
              <a:spcAft>
                <a:spcPts val="0"/>
              </a:spcAft>
              <a:buSzPts val="2600"/>
              <a:buFont typeface="Poppins"/>
              <a:buChar char="●"/>
              <a:defRPr sz="2600" b="1">
                <a:latin typeface="Poppins"/>
                <a:ea typeface="Poppins"/>
                <a:cs typeface="Poppins"/>
                <a:sym typeface="Poppins"/>
              </a:defRPr>
            </a:lvl4pPr>
            <a:lvl5pPr marL="2286000" lvl="4" indent="-393700" rtl="0">
              <a:spcBef>
                <a:spcPts val="0"/>
              </a:spcBef>
              <a:spcAft>
                <a:spcPts val="0"/>
              </a:spcAft>
              <a:buSzPts val="2600"/>
              <a:buFont typeface="Poppins"/>
              <a:buChar char="○"/>
              <a:defRPr sz="2600" b="1">
                <a:latin typeface="Poppins"/>
                <a:ea typeface="Poppins"/>
                <a:cs typeface="Poppins"/>
                <a:sym typeface="Poppins"/>
              </a:defRPr>
            </a:lvl5pPr>
            <a:lvl6pPr marL="2743200" lvl="5" indent="-393700" rtl="0">
              <a:spcBef>
                <a:spcPts val="0"/>
              </a:spcBef>
              <a:spcAft>
                <a:spcPts val="0"/>
              </a:spcAft>
              <a:buSzPts val="2600"/>
              <a:buFont typeface="Poppins"/>
              <a:buChar char="■"/>
              <a:defRPr sz="2600" b="1">
                <a:latin typeface="Poppins"/>
                <a:ea typeface="Poppins"/>
                <a:cs typeface="Poppins"/>
                <a:sym typeface="Poppins"/>
              </a:defRPr>
            </a:lvl6pPr>
            <a:lvl7pPr marL="3200400" lvl="6" indent="-393700" rtl="0">
              <a:spcBef>
                <a:spcPts val="0"/>
              </a:spcBef>
              <a:spcAft>
                <a:spcPts val="0"/>
              </a:spcAft>
              <a:buSzPts val="2600"/>
              <a:buFont typeface="Poppins"/>
              <a:buChar char="●"/>
              <a:defRPr sz="2600" b="1">
                <a:latin typeface="Poppins"/>
                <a:ea typeface="Poppins"/>
                <a:cs typeface="Poppins"/>
                <a:sym typeface="Poppins"/>
              </a:defRPr>
            </a:lvl7pPr>
            <a:lvl8pPr marL="3657600" lvl="7" indent="-393700" rtl="0">
              <a:spcBef>
                <a:spcPts val="0"/>
              </a:spcBef>
              <a:spcAft>
                <a:spcPts val="0"/>
              </a:spcAft>
              <a:buSzPts val="2600"/>
              <a:buFont typeface="Poppins"/>
              <a:buChar char="○"/>
              <a:defRPr sz="2600" b="1">
                <a:latin typeface="Poppins"/>
                <a:ea typeface="Poppins"/>
                <a:cs typeface="Poppins"/>
                <a:sym typeface="Poppins"/>
              </a:defRPr>
            </a:lvl8pPr>
            <a:lvl9pPr marL="4114800" lvl="8" indent="-393700">
              <a:spcBef>
                <a:spcPts val="0"/>
              </a:spcBef>
              <a:spcAft>
                <a:spcPts val="0"/>
              </a:spcAft>
              <a:buSzPts val="2600"/>
              <a:buFont typeface="Poppins"/>
              <a:buChar char="■"/>
              <a:defRPr sz="2600" b="1">
                <a:latin typeface="Poppins"/>
                <a:ea typeface="Poppins"/>
                <a:cs typeface="Poppins"/>
                <a:sym typeface="Poppins"/>
              </a:defRPr>
            </a:lvl9pPr>
          </a:lstStyle>
          <a:p>
            <a:endParaRPr/>
          </a:p>
        </p:txBody>
      </p:sp>
      <p:sp>
        <p:nvSpPr>
          <p:cNvPr id="43" name="Google Shape;43;p4"/>
          <p:cNvSpPr txBox="1"/>
          <p:nvPr/>
        </p:nvSpPr>
        <p:spPr>
          <a:xfrm>
            <a:off x="1599200" y="1326625"/>
            <a:ext cx="7641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7200" b="1">
                <a:latin typeface="Poppins"/>
                <a:ea typeface="Poppins"/>
                <a:cs typeface="Poppins"/>
                <a:sym typeface="Poppins"/>
              </a:rPr>
              <a:t>“</a:t>
            </a:r>
            <a:endParaRPr sz="7200" b="1">
              <a:latin typeface="Poppins"/>
              <a:ea typeface="Poppins"/>
              <a:cs typeface="Poppins"/>
              <a:sym typeface="Poppins"/>
            </a:endParaRPr>
          </a:p>
        </p:txBody>
      </p:sp>
      <p:sp>
        <p:nvSpPr>
          <p:cNvPr id="44" name="Google Shape;44;p4"/>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45"/>
        <p:cNvGrpSpPr/>
        <p:nvPr/>
      </p:nvGrpSpPr>
      <p:grpSpPr>
        <a:xfrm>
          <a:off x="0" y="0"/>
          <a:ext cx="0" cy="0"/>
          <a:chOff x="0" y="0"/>
          <a:chExt cx="0" cy="0"/>
        </a:xfrm>
      </p:grpSpPr>
      <p:sp>
        <p:nvSpPr>
          <p:cNvPr id="46" name="Google Shape;46;p5"/>
          <p:cNvSpPr/>
          <p:nvPr/>
        </p:nvSpPr>
        <p:spPr>
          <a:xfrm>
            <a:off x="6081700" y="764000"/>
            <a:ext cx="3615600" cy="3615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47;p5"/>
          <p:cNvGrpSpPr/>
          <p:nvPr/>
        </p:nvGrpSpPr>
        <p:grpSpPr>
          <a:xfrm>
            <a:off x="-442731" y="337284"/>
            <a:ext cx="2324700" cy="2324700"/>
            <a:chOff x="-474900" y="321200"/>
            <a:chExt cx="2324700" cy="2324700"/>
          </a:xfrm>
        </p:grpSpPr>
        <p:sp>
          <p:nvSpPr>
            <p:cNvPr id="48" name="Google Shape;48;p5"/>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txBox="1">
            <a:spLocks noGrp="1"/>
          </p:cNvSpPr>
          <p:nvPr>
            <p:ph type="title"/>
          </p:nvPr>
        </p:nvSpPr>
        <p:spPr>
          <a:xfrm>
            <a:off x="457200" y="1166125"/>
            <a:ext cx="5220300" cy="683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54" name="Google Shape;54;p5"/>
          <p:cNvSpPr txBox="1">
            <a:spLocks noGrp="1"/>
          </p:cNvSpPr>
          <p:nvPr>
            <p:ph type="body" idx="1"/>
          </p:nvPr>
        </p:nvSpPr>
        <p:spPr>
          <a:xfrm>
            <a:off x="1069625" y="1958050"/>
            <a:ext cx="4608000" cy="26184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55" name="Google Shape;55;p5"/>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56" name="Google Shape;56;p5"/>
          <p:cNvSpPr/>
          <p:nvPr/>
        </p:nvSpPr>
        <p:spPr>
          <a:xfrm>
            <a:off x="6272900" y="955200"/>
            <a:ext cx="3233100" cy="3233100"/>
          </a:xfrm>
          <a:prstGeom prst="ellipse">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 big image">
  <p:cSld name="TITLE_AND_BODY_1">
    <p:spTree>
      <p:nvGrpSpPr>
        <p:cNvPr id="1" name="Shape 57"/>
        <p:cNvGrpSpPr/>
        <p:nvPr/>
      </p:nvGrpSpPr>
      <p:grpSpPr>
        <a:xfrm>
          <a:off x="0" y="0"/>
          <a:ext cx="0" cy="0"/>
          <a:chOff x="0" y="0"/>
          <a:chExt cx="0" cy="0"/>
        </a:xfrm>
      </p:grpSpPr>
      <p:sp>
        <p:nvSpPr>
          <p:cNvPr id="58" name="Google Shape;58;p6"/>
          <p:cNvSpPr/>
          <p:nvPr/>
        </p:nvSpPr>
        <p:spPr>
          <a:xfrm>
            <a:off x="5142675" y="358375"/>
            <a:ext cx="4426800" cy="44268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a:off x="5376775" y="592475"/>
            <a:ext cx="3958500" cy="3958500"/>
          </a:xfrm>
          <a:prstGeom prst="ellipse">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6"/>
          <p:cNvGrpSpPr/>
          <p:nvPr/>
        </p:nvGrpSpPr>
        <p:grpSpPr>
          <a:xfrm>
            <a:off x="-442731" y="337284"/>
            <a:ext cx="2324700" cy="2324700"/>
            <a:chOff x="-474900" y="321200"/>
            <a:chExt cx="2324700" cy="2324700"/>
          </a:xfrm>
        </p:grpSpPr>
        <p:sp>
          <p:nvSpPr>
            <p:cNvPr id="61" name="Google Shape;61;p6"/>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6"/>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txBox="1">
            <a:spLocks noGrp="1"/>
          </p:cNvSpPr>
          <p:nvPr>
            <p:ph type="title"/>
          </p:nvPr>
        </p:nvSpPr>
        <p:spPr>
          <a:xfrm>
            <a:off x="457200" y="1166125"/>
            <a:ext cx="4504800" cy="6831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67" name="Google Shape;67;p6"/>
          <p:cNvSpPr txBox="1">
            <a:spLocks noGrp="1"/>
          </p:cNvSpPr>
          <p:nvPr>
            <p:ph type="body" idx="1"/>
          </p:nvPr>
        </p:nvSpPr>
        <p:spPr>
          <a:xfrm>
            <a:off x="985679" y="1958050"/>
            <a:ext cx="3976500" cy="2618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68" name="Google Shape;68;p6"/>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69"/>
        <p:cNvGrpSpPr/>
        <p:nvPr/>
      </p:nvGrpSpPr>
      <p:grpSpPr>
        <a:xfrm>
          <a:off x="0" y="0"/>
          <a:ext cx="0" cy="0"/>
          <a:chOff x="0" y="0"/>
          <a:chExt cx="0" cy="0"/>
        </a:xfrm>
      </p:grpSpPr>
      <p:grpSp>
        <p:nvGrpSpPr>
          <p:cNvPr id="70" name="Google Shape;70;p7"/>
          <p:cNvGrpSpPr/>
          <p:nvPr/>
        </p:nvGrpSpPr>
        <p:grpSpPr>
          <a:xfrm>
            <a:off x="-442731" y="337284"/>
            <a:ext cx="2324700" cy="2324700"/>
            <a:chOff x="-474900" y="321200"/>
            <a:chExt cx="2324700" cy="2324700"/>
          </a:xfrm>
        </p:grpSpPr>
        <p:sp>
          <p:nvSpPr>
            <p:cNvPr id="71" name="Google Shape;71;p7"/>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 name="Google Shape;75;p7"/>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txBox="1">
            <a:spLocks noGrp="1"/>
          </p:cNvSpPr>
          <p:nvPr>
            <p:ph type="title"/>
          </p:nvPr>
        </p:nvSpPr>
        <p:spPr>
          <a:xfrm>
            <a:off x="457200" y="1166125"/>
            <a:ext cx="5220300" cy="683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77" name="Google Shape;77;p7"/>
          <p:cNvSpPr txBox="1">
            <a:spLocks noGrp="1"/>
          </p:cNvSpPr>
          <p:nvPr>
            <p:ph type="body" idx="1"/>
          </p:nvPr>
        </p:nvSpPr>
        <p:spPr>
          <a:xfrm>
            <a:off x="1069625" y="1958050"/>
            <a:ext cx="2236800" cy="2618400"/>
          </a:xfrm>
          <a:prstGeom prst="rect">
            <a:avLst/>
          </a:prstGeom>
        </p:spPr>
        <p:txBody>
          <a:bodyPr spcFirstLastPara="1" wrap="square" lIns="91425" tIns="91425" rIns="91425" bIns="91425" anchor="t" anchorCtr="0">
            <a:noAutofit/>
          </a:bodyPr>
          <a:lstStyle>
            <a:lvl1pPr marL="457200" lvl="0" indent="-317500">
              <a:spcBef>
                <a:spcPts val="60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78" name="Google Shape;78;p7"/>
          <p:cNvSpPr txBox="1">
            <a:spLocks noGrp="1"/>
          </p:cNvSpPr>
          <p:nvPr>
            <p:ph type="body" idx="2"/>
          </p:nvPr>
        </p:nvSpPr>
        <p:spPr>
          <a:xfrm>
            <a:off x="3440857" y="1958050"/>
            <a:ext cx="2236800" cy="2618400"/>
          </a:xfrm>
          <a:prstGeom prst="rect">
            <a:avLst/>
          </a:prstGeom>
        </p:spPr>
        <p:txBody>
          <a:bodyPr spcFirstLastPara="1" wrap="square" lIns="91425" tIns="91425" rIns="91425" bIns="91425" anchor="t" anchorCtr="0">
            <a:noAutofit/>
          </a:bodyPr>
          <a:lstStyle>
            <a:lvl1pPr marL="457200" lvl="0" indent="-317500">
              <a:spcBef>
                <a:spcPts val="60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79" name="Google Shape;79;p7"/>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80" name="Google Shape;80;p7"/>
          <p:cNvSpPr/>
          <p:nvPr/>
        </p:nvSpPr>
        <p:spPr>
          <a:xfrm>
            <a:off x="6081700" y="764000"/>
            <a:ext cx="3615600" cy="3615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6272900" y="955200"/>
            <a:ext cx="3233100" cy="3233100"/>
          </a:xfrm>
          <a:prstGeom prst="ellipse">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82"/>
        <p:cNvGrpSpPr/>
        <p:nvPr/>
      </p:nvGrpSpPr>
      <p:grpSpPr>
        <a:xfrm>
          <a:off x="0" y="0"/>
          <a:ext cx="0" cy="0"/>
          <a:chOff x="0" y="0"/>
          <a:chExt cx="0" cy="0"/>
        </a:xfrm>
      </p:grpSpPr>
      <p:grpSp>
        <p:nvGrpSpPr>
          <p:cNvPr id="83" name="Google Shape;83;p8"/>
          <p:cNvGrpSpPr/>
          <p:nvPr/>
        </p:nvGrpSpPr>
        <p:grpSpPr>
          <a:xfrm>
            <a:off x="-442731" y="337284"/>
            <a:ext cx="2324700" cy="2324700"/>
            <a:chOff x="-474900" y="321200"/>
            <a:chExt cx="2324700" cy="2324700"/>
          </a:xfrm>
        </p:grpSpPr>
        <p:sp>
          <p:nvSpPr>
            <p:cNvPr id="84" name="Google Shape;84;p8"/>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8"/>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8"/>
          <p:cNvSpPr txBox="1">
            <a:spLocks noGrp="1"/>
          </p:cNvSpPr>
          <p:nvPr>
            <p:ph type="title"/>
          </p:nvPr>
        </p:nvSpPr>
        <p:spPr>
          <a:xfrm>
            <a:off x="457200" y="1166125"/>
            <a:ext cx="5220300" cy="6831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90" name="Google Shape;90;p8"/>
          <p:cNvSpPr txBox="1">
            <a:spLocks noGrp="1"/>
          </p:cNvSpPr>
          <p:nvPr>
            <p:ph type="body" idx="1"/>
          </p:nvPr>
        </p:nvSpPr>
        <p:spPr>
          <a:xfrm>
            <a:off x="1069625" y="1958050"/>
            <a:ext cx="1485300" cy="2618400"/>
          </a:xfrm>
          <a:prstGeom prst="rect">
            <a:avLst/>
          </a:prstGeom>
        </p:spPr>
        <p:txBody>
          <a:bodyPr spcFirstLastPara="1" wrap="square" lIns="91425" tIns="91425" rIns="91425" bIns="91425" anchor="t" anchorCtr="0">
            <a:noAutofit/>
          </a:bodyPr>
          <a:lstStyle>
            <a:lvl1pPr marL="457200" lvl="0" indent="-298450" rtl="0">
              <a:spcBef>
                <a:spcPts val="60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91" name="Google Shape;91;p8"/>
          <p:cNvSpPr txBox="1">
            <a:spLocks noGrp="1"/>
          </p:cNvSpPr>
          <p:nvPr>
            <p:ph type="body" idx="2"/>
          </p:nvPr>
        </p:nvSpPr>
        <p:spPr>
          <a:xfrm>
            <a:off x="2630936" y="1958050"/>
            <a:ext cx="1485300" cy="2618400"/>
          </a:xfrm>
          <a:prstGeom prst="rect">
            <a:avLst/>
          </a:prstGeom>
        </p:spPr>
        <p:txBody>
          <a:bodyPr spcFirstLastPara="1" wrap="square" lIns="91425" tIns="91425" rIns="91425" bIns="91425" anchor="t" anchorCtr="0">
            <a:noAutofit/>
          </a:bodyPr>
          <a:lstStyle>
            <a:lvl1pPr marL="457200" lvl="0" indent="-298450" rtl="0">
              <a:spcBef>
                <a:spcPts val="60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92" name="Google Shape;92;p8"/>
          <p:cNvSpPr txBox="1">
            <a:spLocks noGrp="1"/>
          </p:cNvSpPr>
          <p:nvPr>
            <p:ph type="body" idx="3"/>
          </p:nvPr>
        </p:nvSpPr>
        <p:spPr>
          <a:xfrm>
            <a:off x="4192246" y="1958050"/>
            <a:ext cx="1485300" cy="2618400"/>
          </a:xfrm>
          <a:prstGeom prst="rect">
            <a:avLst/>
          </a:prstGeom>
        </p:spPr>
        <p:txBody>
          <a:bodyPr spcFirstLastPara="1" wrap="square" lIns="91425" tIns="91425" rIns="91425" bIns="91425" anchor="t" anchorCtr="0">
            <a:noAutofit/>
          </a:bodyPr>
          <a:lstStyle>
            <a:lvl1pPr marL="457200" lvl="0" indent="-298450" rtl="0">
              <a:spcBef>
                <a:spcPts val="60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
        <p:nvSpPr>
          <p:cNvPr id="93" name="Google Shape;93;p8"/>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
        <p:nvSpPr>
          <p:cNvPr id="94" name="Google Shape;94;p8"/>
          <p:cNvSpPr/>
          <p:nvPr/>
        </p:nvSpPr>
        <p:spPr>
          <a:xfrm>
            <a:off x="6081700" y="764000"/>
            <a:ext cx="3615600" cy="3615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6272900" y="955200"/>
            <a:ext cx="3233100" cy="3233100"/>
          </a:xfrm>
          <a:prstGeom prst="ellipse">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grpSp>
        <p:nvGrpSpPr>
          <p:cNvPr id="97" name="Google Shape;97;p9"/>
          <p:cNvGrpSpPr/>
          <p:nvPr/>
        </p:nvGrpSpPr>
        <p:grpSpPr>
          <a:xfrm>
            <a:off x="-442731" y="337284"/>
            <a:ext cx="2324700" cy="2324700"/>
            <a:chOff x="-474900" y="321200"/>
            <a:chExt cx="2324700" cy="2324700"/>
          </a:xfrm>
        </p:grpSpPr>
        <p:sp>
          <p:nvSpPr>
            <p:cNvPr id="98" name="Google Shape;98;p9"/>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9"/>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9"/>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9"/>
          <p:cNvSpPr txBox="1">
            <a:spLocks noGrp="1"/>
          </p:cNvSpPr>
          <p:nvPr>
            <p:ph type="title"/>
          </p:nvPr>
        </p:nvSpPr>
        <p:spPr>
          <a:xfrm>
            <a:off x="457200" y="1166125"/>
            <a:ext cx="5220300" cy="683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04" name="Google Shape;104;p9"/>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 A" type="blank">
  <p:cSld name="BLANK">
    <p:spTree>
      <p:nvGrpSpPr>
        <p:cNvPr id="1" name="Shape 114"/>
        <p:cNvGrpSpPr/>
        <p:nvPr/>
      </p:nvGrpSpPr>
      <p:grpSpPr>
        <a:xfrm>
          <a:off x="0" y="0"/>
          <a:ext cx="0" cy="0"/>
          <a:chOff x="0" y="0"/>
          <a:chExt cx="0" cy="0"/>
        </a:xfrm>
      </p:grpSpPr>
      <p:sp>
        <p:nvSpPr>
          <p:cNvPr id="115" name="Google Shape;115;p11"/>
          <p:cNvSpPr/>
          <p:nvPr/>
        </p:nvSpPr>
        <p:spPr>
          <a:xfrm>
            <a:off x="764000" y="-1236275"/>
            <a:ext cx="7616100" cy="7616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a:off x="1198300" y="-801975"/>
            <a:ext cx="6747000" cy="67470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2267900" y="267625"/>
            <a:ext cx="4608300" cy="46083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704850" y="-2705100"/>
            <a:ext cx="10553700" cy="10553700"/>
          </a:xfrm>
          <a:prstGeom prst="donut">
            <a:avLst>
              <a:gd name="adj" fmla="val 10467"/>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 B">
  <p:cSld name="BLANK_2">
    <p:spTree>
      <p:nvGrpSpPr>
        <p:cNvPr id="1" name="Shape 121"/>
        <p:cNvGrpSpPr/>
        <p:nvPr/>
      </p:nvGrpSpPr>
      <p:grpSpPr>
        <a:xfrm>
          <a:off x="0" y="0"/>
          <a:ext cx="0" cy="0"/>
          <a:chOff x="0" y="0"/>
          <a:chExt cx="0" cy="0"/>
        </a:xfrm>
      </p:grpSpPr>
      <p:sp>
        <p:nvSpPr>
          <p:cNvPr id="122" name="Google Shape;122;p12"/>
          <p:cNvSpPr/>
          <p:nvPr/>
        </p:nvSpPr>
        <p:spPr>
          <a:xfrm>
            <a:off x="8556000" y="4576450"/>
            <a:ext cx="435600" cy="4356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2"/>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24" name="Google Shape;124;p12"/>
          <p:cNvGrpSpPr/>
          <p:nvPr/>
        </p:nvGrpSpPr>
        <p:grpSpPr>
          <a:xfrm>
            <a:off x="818844" y="502333"/>
            <a:ext cx="2324700" cy="2324700"/>
            <a:chOff x="-474900" y="321200"/>
            <a:chExt cx="2324700" cy="2324700"/>
          </a:xfrm>
        </p:grpSpPr>
        <p:sp>
          <p:nvSpPr>
            <p:cNvPr id="125" name="Google Shape;125;p12"/>
            <p:cNvSpPr/>
            <p:nvPr/>
          </p:nvSpPr>
          <p:spPr>
            <a:xfrm>
              <a:off x="-474900" y="321200"/>
              <a:ext cx="2324700" cy="23247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2"/>
            <p:cNvSpPr/>
            <p:nvPr/>
          </p:nvSpPr>
          <p:spPr>
            <a:xfrm>
              <a:off x="120725" y="916825"/>
              <a:ext cx="1133400" cy="11334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2"/>
            <p:cNvSpPr/>
            <p:nvPr/>
          </p:nvSpPr>
          <p:spPr>
            <a:xfrm>
              <a:off x="-137125" y="658975"/>
              <a:ext cx="1649100" cy="16491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2"/>
            <p:cNvSpPr/>
            <p:nvPr/>
          </p:nvSpPr>
          <p:spPr>
            <a:xfrm>
              <a:off x="313650" y="1109750"/>
              <a:ext cx="747600" cy="747600"/>
            </a:xfrm>
            <a:prstGeom prst="ellipse">
              <a:avLst/>
            </a:prstGeom>
            <a:no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12"/>
          <p:cNvSpPr/>
          <p:nvPr/>
        </p:nvSpPr>
        <p:spPr>
          <a:xfrm>
            <a:off x="1794525" y="-407900"/>
            <a:ext cx="5959200" cy="5959200"/>
          </a:xfrm>
          <a:prstGeom prst="ellipse">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555875" y="4576450"/>
            <a:ext cx="435600" cy="435600"/>
          </a:xfrm>
          <a:prstGeom prst="rect">
            <a:avLst/>
          </a:prstGeom>
          <a:noFill/>
          <a:ln>
            <a:noFill/>
          </a:ln>
        </p:spPr>
        <p:txBody>
          <a:bodyPr spcFirstLastPara="1" wrap="square" lIns="91425" tIns="91425" rIns="91425" bIns="91425" anchor="ctr" anchorCtr="0">
            <a:noAutofit/>
          </a:bodyPr>
          <a:lstStyle>
            <a:lvl1pPr lvl="0" algn="ctr">
              <a:buNone/>
              <a:defRPr sz="1000" b="1">
                <a:solidFill>
                  <a:srgbClr val="FFFFFF"/>
                </a:solidFill>
                <a:latin typeface="Poppins"/>
                <a:ea typeface="Poppins"/>
                <a:cs typeface="Poppins"/>
                <a:sym typeface="Poppins"/>
              </a:defRPr>
            </a:lvl1pPr>
            <a:lvl2pPr lvl="1" algn="ctr">
              <a:buNone/>
              <a:defRPr sz="1000" b="1">
                <a:solidFill>
                  <a:srgbClr val="FFFFFF"/>
                </a:solidFill>
                <a:latin typeface="Poppins"/>
                <a:ea typeface="Poppins"/>
                <a:cs typeface="Poppins"/>
                <a:sym typeface="Poppins"/>
              </a:defRPr>
            </a:lvl2pPr>
            <a:lvl3pPr lvl="2" algn="ctr">
              <a:buNone/>
              <a:defRPr sz="1000" b="1">
                <a:solidFill>
                  <a:srgbClr val="FFFFFF"/>
                </a:solidFill>
                <a:latin typeface="Poppins"/>
                <a:ea typeface="Poppins"/>
                <a:cs typeface="Poppins"/>
                <a:sym typeface="Poppins"/>
              </a:defRPr>
            </a:lvl3pPr>
            <a:lvl4pPr lvl="3" algn="ctr">
              <a:buNone/>
              <a:defRPr sz="1000" b="1">
                <a:solidFill>
                  <a:srgbClr val="FFFFFF"/>
                </a:solidFill>
                <a:latin typeface="Poppins"/>
                <a:ea typeface="Poppins"/>
                <a:cs typeface="Poppins"/>
                <a:sym typeface="Poppins"/>
              </a:defRPr>
            </a:lvl4pPr>
            <a:lvl5pPr lvl="4" algn="ctr">
              <a:buNone/>
              <a:defRPr sz="1000" b="1">
                <a:solidFill>
                  <a:srgbClr val="FFFFFF"/>
                </a:solidFill>
                <a:latin typeface="Poppins"/>
                <a:ea typeface="Poppins"/>
                <a:cs typeface="Poppins"/>
                <a:sym typeface="Poppins"/>
              </a:defRPr>
            </a:lvl5pPr>
            <a:lvl6pPr lvl="5" algn="ctr">
              <a:buNone/>
              <a:defRPr sz="1000" b="1">
                <a:solidFill>
                  <a:srgbClr val="FFFFFF"/>
                </a:solidFill>
                <a:latin typeface="Poppins"/>
                <a:ea typeface="Poppins"/>
                <a:cs typeface="Poppins"/>
                <a:sym typeface="Poppins"/>
              </a:defRPr>
            </a:lvl6pPr>
            <a:lvl7pPr lvl="6" algn="ctr">
              <a:buNone/>
              <a:defRPr sz="1000" b="1">
                <a:solidFill>
                  <a:srgbClr val="FFFFFF"/>
                </a:solidFill>
                <a:latin typeface="Poppins"/>
                <a:ea typeface="Poppins"/>
                <a:cs typeface="Poppins"/>
                <a:sym typeface="Poppins"/>
              </a:defRPr>
            </a:lvl7pPr>
            <a:lvl8pPr lvl="7" algn="ctr">
              <a:buNone/>
              <a:defRPr sz="1000" b="1">
                <a:solidFill>
                  <a:srgbClr val="FFFFFF"/>
                </a:solidFill>
                <a:latin typeface="Poppins"/>
                <a:ea typeface="Poppins"/>
                <a:cs typeface="Poppins"/>
                <a:sym typeface="Poppins"/>
              </a:defRPr>
            </a:lvl8pPr>
            <a:lvl9pPr lvl="8" algn="ctr">
              <a:buNone/>
              <a:defRPr sz="1000" b="1">
                <a:solidFill>
                  <a:srgbClr val="FFFFFF"/>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
              <a:t>‹#›</a:t>
            </a:fld>
            <a:endParaRPr/>
          </a:p>
        </p:txBody>
      </p:sp>
      <p:sp>
        <p:nvSpPr>
          <p:cNvPr id="7" name="Google Shape;7;p1"/>
          <p:cNvSpPr txBox="1">
            <a:spLocks noGrp="1"/>
          </p:cNvSpPr>
          <p:nvPr>
            <p:ph type="title"/>
          </p:nvPr>
        </p:nvSpPr>
        <p:spPr>
          <a:xfrm>
            <a:off x="457200" y="1166125"/>
            <a:ext cx="5220300" cy="683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1pPr>
            <a:lvl2pPr lvl="1">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2pPr>
            <a:lvl3pPr lvl="2">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3pPr>
            <a:lvl4pPr lvl="3">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4pPr>
            <a:lvl5pPr lvl="4">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5pPr>
            <a:lvl6pPr lvl="5">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6pPr>
            <a:lvl7pPr lvl="6">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7pPr>
            <a:lvl8pPr lvl="7">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8pPr>
            <a:lvl9pPr lvl="8">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9pPr>
          </a:lstStyle>
          <a:p>
            <a:endParaRPr/>
          </a:p>
        </p:txBody>
      </p:sp>
      <p:sp>
        <p:nvSpPr>
          <p:cNvPr id="8" name="Google Shape;8;p1"/>
          <p:cNvSpPr txBox="1">
            <a:spLocks noGrp="1"/>
          </p:cNvSpPr>
          <p:nvPr>
            <p:ph type="body" idx="1"/>
          </p:nvPr>
        </p:nvSpPr>
        <p:spPr>
          <a:xfrm>
            <a:off x="1069625" y="1958050"/>
            <a:ext cx="4608300" cy="2618400"/>
          </a:xfrm>
          <a:prstGeom prst="rect">
            <a:avLst/>
          </a:prstGeom>
          <a:noFill/>
          <a:ln>
            <a:noFill/>
          </a:ln>
        </p:spPr>
        <p:txBody>
          <a:bodyPr spcFirstLastPara="1" wrap="square" lIns="91425" tIns="91425" rIns="91425" bIns="91425" anchor="t" anchorCtr="0">
            <a:noAutofit/>
          </a:bodyPr>
          <a:lstStyle>
            <a:lvl1pPr marL="457200" lvl="0" indent="-330200">
              <a:spcBef>
                <a:spcPts val="600"/>
              </a:spcBef>
              <a:spcAft>
                <a:spcPts val="0"/>
              </a:spcAft>
              <a:buClr>
                <a:schemeClr val="lt2"/>
              </a:buClr>
              <a:buSzPts val="1600"/>
              <a:buFont typeface="Poppins Light"/>
              <a:buChar char="￮"/>
              <a:defRPr sz="1600">
                <a:solidFill>
                  <a:schemeClr val="dk1"/>
                </a:solidFill>
                <a:latin typeface="Poppins Light"/>
                <a:ea typeface="Poppins Light"/>
                <a:cs typeface="Poppins Light"/>
                <a:sym typeface="Poppins Light"/>
              </a:defRPr>
            </a:lvl1pPr>
            <a:lvl2pPr marL="914400" lvl="1" indent="-330200">
              <a:spcBef>
                <a:spcPts val="0"/>
              </a:spcBef>
              <a:spcAft>
                <a:spcPts val="0"/>
              </a:spcAft>
              <a:buClr>
                <a:schemeClr val="lt2"/>
              </a:buClr>
              <a:buSzPts val="1600"/>
              <a:buFont typeface="Poppins Light"/>
              <a:buChar char="￮"/>
              <a:defRPr sz="1600">
                <a:solidFill>
                  <a:schemeClr val="dk1"/>
                </a:solidFill>
                <a:latin typeface="Poppins Light"/>
                <a:ea typeface="Poppins Light"/>
                <a:cs typeface="Poppins Light"/>
                <a:sym typeface="Poppins Light"/>
              </a:defRPr>
            </a:lvl2pPr>
            <a:lvl3pPr marL="1371600" lvl="2" indent="-330200">
              <a:spcBef>
                <a:spcPts val="0"/>
              </a:spcBef>
              <a:spcAft>
                <a:spcPts val="0"/>
              </a:spcAft>
              <a:buClr>
                <a:schemeClr val="lt2"/>
              </a:buClr>
              <a:buSzPts val="1600"/>
              <a:buFont typeface="Poppins Light"/>
              <a:buChar char="￮"/>
              <a:defRPr sz="1600">
                <a:solidFill>
                  <a:schemeClr val="dk1"/>
                </a:solidFill>
                <a:latin typeface="Poppins Light"/>
                <a:ea typeface="Poppins Light"/>
                <a:cs typeface="Poppins Light"/>
                <a:sym typeface="Poppins Light"/>
              </a:defRPr>
            </a:lvl3pPr>
            <a:lvl4pPr marL="1828800" lvl="3" indent="-330200">
              <a:spcBef>
                <a:spcPts val="0"/>
              </a:spcBef>
              <a:spcAft>
                <a:spcPts val="0"/>
              </a:spcAft>
              <a:buClr>
                <a:srgbClr val="CCCCCC"/>
              </a:buClr>
              <a:buSzPts val="1600"/>
              <a:buFont typeface="Poppins Light"/>
              <a:buChar char="●"/>
              <a:defRPr sz="1600">
                <a:solidFill>
                  <a:schemeClr val="dk1"/>
                </a:solidFill>
                <a:latin typeface="Poppins Light"/>
                <a:ea typeface="Poppins Light"/>
                <a:cs typeface="Poppins Light"/>
                <a:sym typeface="Poppins Light"/>
              </a:defRPr>
            </a:lvl4pPr>
            <a:lvl5pPr marL="2286000" lvl="4" indent="-330200">
              <a:spcBef>
                <a:spcPts val="0"/>
              </a:spcBef>
              <a:spcAft>
                <a:spcPts val="0"/>
              </a:spcAft>
              <a:buClr>
                <a:srgbClr val="CCCCCC"/>
              </a:buClr>
              <a:buSzPts val="1600"/>
              <a:buFont typeface="Poppins Light"/>
              <a:buChar char="○"/>
              <a:defRPr sz="1600">
                <a:solidFill>
                  <a:schemeClr val="dk1"/>
                </a:solidFill>
                <a:latin typeface="Poppins Light"/>
                <a:ea typeface="Poppins Light"/>
                <a:cs typeface="Poppins Light"/>
                <a:sym typeface="Poppins Light"/>
              </a:defRPr>
            </a:lvl5pPr>
            <a:lvl6pPr marL="2743200" lvl="5" indent="-330200">
              <a:spcBef>
                <a:spcPts val="0"/>
              </a:spcBef>
              <a:spcAft>
                <a:spcPts val="0"/>
              </a:spcAft>
              <a:buClr>
                <a:srgbClr val="CCCCCC"/>
              </a:buClr>
              <a:buSzPts val="1600"/>
              <a:buFont typeface="Poppins Light"/>
              <a:buChar char="■"/>
              <a:defRPr sz="1600">
                <a:solidFill>
                  <a:schemeClr val="dk1"/>
                </a:solidFill>
                <a:latin typeface="Poppins Light"/>
                <a:ea typeface="Poppins Light"/>
                <a:cs typeface="Poppins Light"/>
                <a:sym typeface="Poppins Light"/>
              </a:defRPr>
            </a:lvl6pPr>
            <a:lvl7pPr marL="3200400" lvl="6" indent="-330200">
              <a:spcBef>
                <a:spcPts val="0"/>
              </a:spcBef>
              <a:spcAft>
                <a:spcPts val="0"/>
              </a:spcAft>
              <a:buClr>
                <a:srgbClr val="CCCCCC"/>
              </a:buClr>
              <a:buSzPts val="1600"/>
              <a:buFont typeface="Poppins Light"/>
              <a:buChar char="●"/>
              <a:defRPr sz="1600">
                <a:solidFill>
                  <a:schemeClr val="dk1"/>
                </a:solidFill>
                <a:latin typeface="Poppins Light"/>
                <a:ea typeface="Poppins Light"/>
                <a:cs typeface="Poppins Light"/>
                <a:sym typeface="Poppins Light"/>
              </a:defRPr>
            </a:lvl7pPr>
            <a:lvl8pPr marL="3657600" lvl="7" indent="-330200">
              <a:spcBef>
                <a:spcPts val="0"/>
              </a:spcBef>
              <a:spcAft>
                <a:spcPts val="0"/>
              </a:spcAft>
              <a:buClr>
                <a:srgbClr val="CCCCCC"/>
              </a:buClr>
              <a:buSzPts val="1600"/>
              <a:buFont typeface="Poppins Light"/>
              <a:buChar char="○"/>
              <a:defRPr sz="1600">
                <a:solidFill>
                  <a:schemeClr val="dk1"/>
                </a:solidFill>
                <a:latin typeface="Poppins Light"/>
                <a:ea typeface="Poppins Light"/>
                <a:cs typeface="Poppins Light"/>
                <a:sym typeface="Poppins Light"/>
              </a:defRPr>
            </a:lvl8pPr>
            <a:lvl9pPr marL="4114800" lvl="8" indent="-330200">
              <a:spcBef>
                <a:spcPts val="0"/>
              </a:spcBef>
              <a:spcAft>
                <a:spcPts val="0"/>
              </a:spcAft>
              <a:buClr>
                <a:srgbClr val="CCCCCC"/>
              </a:buClr>
              <a:buSzPts val="1600"/>
              <a:buFont typeface="Poppins Light"/>
              <a:buChar char="■"/>
              <a:defRPr sz="1600">
                <a:solidFill>
                  <a:schemeClr val="dk1"/>
                </a:solidFill>
                <a:latin typeface="Poppins Light"/>
                <a:ea typeface="Poppins Light"/>
                <a:cs typeface="Poppins Light"/>
                <a:sym typeface="Poppins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s://freepngimg.com/png/41082-robot-machine-image-free-clipart-hq"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hyperlink" Target="http://news.biancolavoro.it/capacita-di-problem-solvi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thebluediamondgallery.com/handwriting/o/objectives.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hyperlink" Target="https://pixabay.com/photos/conclusion-reason-final-end-5859031/"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0" name="Subtitle 2">
            <a:extLst>
              <a:ext uri="{FF2B5EF4-FFF2-40B4-BE49-F238E27FC236}">
                <a16:creationId xmlns:a16="http://schemas.microsoft.com/office/drawing/2014/main" id="{26B16C62-6EC1-EA5D-08A4-F0E45B22B6E7}"/>
              </a:ext>
            </a:extLst>
          </p:cNvPr>
          <p:cNvSpPr txBox="1">
            <a:spLocks/>
          </p:cNvSpPr>
          <p:nvPr/>
        </p:nvSpPr>
        <p:spPr>
          <a:xfrm>
            <a:off x="254644" y="4097009"/>
            <a:ext cx="3345084" cy="1000191"/>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en-GB" sz="2000" b="1" dirty="0">
                <a:solidFill>
                  <a:schemeClr val="tx1"/>
                </a:solidFill>
                <a:latin typeface="Maiandra GD" panose="020E0502030308020204" pitchFamily="34" charset="77"/>
                <a:cs typeface="Times New Roman" panose="02020603050405020304" pitchFamily="18" charset="0"/>
              </a:rPr>
              <a:t>OKE IYANUOLUWA E. 	</a:t>
            </a:r>
          </a:p>
          <a:p>
            <a:pPr algn="ctr">
              <a:lnSpc>
                <a:spcPct val="150000"/>
              </a:lnSpc>
            </a:pPr>
            <a:r>
              <a:rPr lang="en-GB" sz="2000" b="1" dirty="0">
                <a:solidFill>
                  <a:schemeClr val="tx1"/>
                </a:solidFill>
                <a:latin typeface="Maiandra GD" panose="020E0502030308020204" pitchFamily="34" charset="77"/>
                <a:cs typeface="Times New Roman" panose="02020603050405020304" pitchFamily="18" charset="0"/>
              </a:rPr>
              <a:t>17BD005101 </a:t>
            </a:r>
          </a:p>
        </p:txBody>
      </p:sp>
      <p:pic>
        <p:nvPicPr>
          <p:cNvPr id="11" name="Picture 10">
            <a:extLst>
              <a:ext uri="{FF2B5EF4-FFF2-40B4-BE49-F238E27FC236}">
                <a16:creationId xmlns:a16="http://schemas.microsoft.com/office/drawing/2014/main" id="{2B342807-B411-5CDE-8B6D-597C08E831D7}"/>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1029340" y="668119"/>
            <a:ext cx="1396612" cy="1396612"/>
          </a:xfrm>
          <a:prstGeom prst="rect">
            <a:avLst/>
          </a:prstGeom>
        </p:spPr>
      </p:pic>
      <p:sp>
        <p:nvSpPr>
          <p:cNvPr id="16" name="TextBox 15">
            <a:extLst>
              <a:ext uri="{FF2B5EF4-FFF2-40B4-BE49-F238E27FC236}">
                <a16:creationId xmlns:a16="http://schemas.microsoft.com/office/drawing/2014/main" id="{6F904A46-5992-C022-F873-2144279C15FB}"/>
              </a:ext>
            </a:extLst>
          </p:cNvPr>
          <p:cNvSpPr txBox="1"/>
          <p:nvPr/>
        </p:nvSpPr>
        <p:spPr>
          <a:xfrm>
            <a:off x="5544274" y="3967147"/>
            <a:ext cx="4572000" cy="1130053"/>
          </a:xfrm>
          <a:prstGeom prst="rect">
            <a:avLst/>
          </a:prstGeom>
          <a:noFill/>
        </p:spPr>
        <p:txBody>
          <a:bodyPr wrap="square">
            <a:spAutoFit/>
          </a:bodyPr>
          <a:lstStyle/>
          <a:p>
            <a:pPr algn="ctr">
              <a:lnSpc>
                <a:spcPct val="150000"/>
              </a:lnSpc>
              <a:spcAft>
                <a:spcPts val="600"/>
              </a:spcAft>
            </a:pPr>
            <a:r>
              <a:rPr lang="en-GB" sz="2400" b="1" dirty="0">
                <a:solidFill>
                  <a:schemeClr val="bg1"/>
                </a:solidFill>
                <a:latin typeface="Maiandra GD" panose="020E0502030308020204" pitchFamily="34" charset="0"/>
                <a:cs typeface="Times New Roman" panose="02020603050405020304" pitchFamily="18" charset="0"/>
              </a:rPr>
              <a:t>SUPERVISOR</a:t>
            </a:r>
          </a:p>
          <a:p>
            <a:pPr algn="ctr">
              <a:lnSpc>
                <a:spcPct val="150000"/>
              </a:lnSpc>
              <a:spcAft>
                <a:spcPts val="600"/>
              </a:spcAft>
            </a:pPr>
            <a:r>
              <a:rPr lang="en-US" sz="2000" b="1" dirty="0">
                <a:effectLst/>
                <a:latin typeface="Maiandra GD" panose="020E0502030308020204" pitchFamily="34" charset="0"/>
                <a:ea typeface="Bookman Old Style" panose="02050604050505020204" pitchFamily="18" charset="0"/>
              </a:rPr>
              <a:t>DR. P.K OLULOPE</a:t>
            </a:r>
            <a:endParaRPr lang="en-GB" sz="2400" b="1" dirty="0">
              <a:solidFill>
                <a:schemeClr val="tx1"/>
              </a:solidFill>
              <a:latin typeface="Maiandra GD" panose="020E0502030308020204" pitchFamily="34" charset="0"/>
              <a:cs typeface="Times New Roman" panose="02020603050405020304" pitchFamily="18" charset="0"/>
            </a:endParaRPr>
          </a:p>
        </p:txBody>
      </p:sp>
      <p:sp>
        <p:nvSpPr>
          <p:cNvPr id="141" name="Google Shape;141;p14"/>
          <p:cNvSpPr txBox="1">
            <a:spLocks noGrp="1"/>
          </p:cNvSpPr>
          <p:nvPr>
            <p:ph type="ctrTitle"/>
          </p:nvPr>
        </p:nvSpPr>
        <p:spPr>
          <a:xfrm>
            <a:off x="1860279" y="800756"/>
            <a:ext cx="5678343" cy="3229346"/>
          </a:xfrm>
          <a:prstGeom prst="rect">
            <a:avLst/>
          </a:prstGeom>
        </p:spPr>
        <p:txBody>
          <a:bodyPr spcFirstLastPara="1" wrap="square" lIns="91425" tIns="91425" rIns="91425" bIns="91425" anchor="ctr" anchorCtr="0">
            <a:noAutofit/>
          </a:bodyPr>
          <a:lstStyle/>
          <a:p>
            <a:pPr marL="0" marR="0" algn="ctr">
              <a:lnSpc>
                <a:spcPct val="150000"/>
              </a:lnSpc>
              <a:spcBef>
                <a:spcPts val="0"/>
              </a:spcBef>
              <a:spcAft>
                <a:spcPts val="0"/>
              </a:spcAft>
            </a:pPr>
            <a:r>
              <a:rPr lang="en-US" sz="3600" b="1" dirty="0">
                <a:effectLst/>
                <a:latin typeface="Bookman Old Style" panose="02050604050505020204" pitchFamily="18" charset="0"/>
                <a:ea typeface="Bookman Old Style" panose="02050604050505020204" pitchFamily="18" charset="0"/>
              </a:rPr>
              <a:t>DESIGN AND CONSTRUCTION OF A MOBILE CONTROL ROBOT ARM ON A ROBOTIC WHEEL</a:t>
            </a:r>
            <a:endParaRPr lang="en-US" sz="3600" dirty="0">
              <a:effectLst/>
              <a:latin typeface="Bookman Old Style" panose="02050604050505020204" pitchFamily="18" charset="0"/>
              <a:ea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5"/>
          <p:cNvSpPr txBox="1">
            <a:spLocks noGrp="1"/>
          </p:cNvSpPr>
          <p:nvPr>
            <p:ph type="title"/>
          </p:nvPr>
        </p:nvSpPr>
        <p:spPr>
          <a:xfrm>
            <a:off x="318882" y="134330"/>
            <a:ext cx="4207398" cy="44479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dirty="0">
                <a:latin typeface="Bookman Old Style" panose="02050604050505020204" pitchFamily="18" charset="0"/>
              </a:rPr>
              <a:t>INTRODUCTION</a:t>
            </a:r>
            <a:endParaRPr sz="2800" dirty="0">
              <a:latin typeface="Bookman Old Style" panose="02050604050505020204" pitchFamily="18" charset="0"/>
            </a:endParaRPr>
          </a:p>
        </p:txBody>
      </p:sp>
      <p:sp>
        <p:nvSpPr>
          <p:cNvPr id="155" name="Google Shape;155;p15"/>
          <p:cNvSpPr txBox="1">
            <a:spLocks noGrp="1"/>
          </p:cNvSpPr>
          <p:nvPr>
            <p:ph type="body" idx="1"/>
          </p:nvPr>
        </p:nvSpPr>
        <p:spPr>
          <a:xfrm>
            <a:off x="213360" y="304800"/>
            <a:ext cx="9250680" cy="5029200"/>
          </a:xfrm>
          <a:prstGeom prst="rect">
            <a:avLst/>
          </a:prstGeom>
        </p:spPr>
        <p:txBody>
          <a:bodyPr spcFirstLastPara="1" wrap="square" lIns="91425" tIns="91425" rIns="91425" bIns="91425" anchor="t" anchorCtr="0">
            <a:noAutofit/>
          </a:bodyPr>
          <a:lstStyle/>
          <a:p>
            <a:pPr marL="171450" indent="-171450">
              <a:lnSpc>
                <a:spcPct val="150000"/>
              </a:lnSpc>
              <a:spcBef>
                <a:spcPts val="0"/>
              </a:spcBef>
              <a:buClr>
                <a:schemeClr val="dk1"/>
              </a:buClr>
              <a:buSzPts val="1100"/>
            </a:pPr>
            <a:r>
              <a:rPr lang="en-US" i="0" dirty="0">
                <a:solidFill>
                  <a:srgbClr val="1A1A1A"/>
                </a:solidFill>
                <a:effectLst/>
                <a:latin typeface="Bookman Old Style" panose="02050604050505020204" pitchFamily="18" charset="0"/>
              </a:rPr>
              <a:t>Robot, any automatically operated machine that replaces human effort, though it may not resemble human beings in appearance or perform functions in a humanlike manner. </a:t>
            </a:r>
          </a:p>
          <a:p>
            <a:pPr marL="171450" indent="-171450">
              <a:lnSpc>
                <a:spcPct val="150000"/>
              </a:lnSpc>
              <a:spcBef>
                <a:spcPts val="0"/>
              </a:spcBef>
              <a:buClr>
                <a:schemeClr val="dk1"/>
              </a:buClr>
              <a:buSzPts val="1100"/>
            </a:pPr>
            <a:r>
              <a:rPr lang="en-US" b="0" i="0" dirty="0">
                <a:solidFill>
                  <a:srgbClr val="1A1A1A"/>
                </a:solidFill>
                <a:effectLst/>
                <a:latin typeface="Bookman Old Style" panose="02050604050505020204" pitchFamily="18" charset="0"/>
              </a:rPr>
              <a:t>Three Laws of Robotics:</a:t>
            </a:r>
            <a:endParaRPr lang="en-US" b="0" i="0" dirty="0">
              <a:solidFill>
                <a:srgbClr val="000000"/>
              </a:solidFill>
              <a:effectLst/>
              <a:latin typeface="Bookman Old Style" panose="02050604050505020204" pitchFamily="18" charset="0"/>
            </a:endParaRPr>
          </a:p>
          <a:p>
            <a:pPr algn="l">
              <a:lnSpc>
                <a:spcPct val="150000"/>
              </a:lnSpc>
              <a:spcBef>
                <a:spcPts val="0"/>
              </a:spcBef>
              <a:buFont typeface="Arial" panose="020B0604020202020204" pitchFamily="34" charset="0"/>
              <a:buChar char="•"/>
            </a:pPr>
            <a:r>
              <a:rPr lang="en-US" b="0" i="0" dirty="0">
                <a:solidFill>
                  <a:srgbClr val="1A1A1A"/>
                </a:solidFill>
                <a:effectLst/>
                <a:latin typeface="Bookman Old Style" panose="02050604050505020204" pitchFamily="18" charset="0"/>
              </a:rPr>
              <a:t>A robot may not injure a human being, or, through inaction, allow a human being to come to harm.</a:t>
            </a:r>
          </a:p>
          <a:p>
            <a:pPr algn="l">
              <a:lnSpc>
                <a:spcPct val="150000"/>
              </a:lnSpc>
              <a:spcBef>
                <a:spcPts val="0"/>
              </a:spcBef>
              <a:buFont typeface="Arial" panose="020B0604020202020204" pitchFamily="34" charset="0"/>
              <a:buChar char="•"/>
            </a:pPr>
            <a:r>
              <a:rPr lang="en-US" b="0" i="0" dirty="0">
                <a:solidFill>
                  <a:srgbClr val="1A1A1A"/>
                </a:solidFill>
                <a:effectLst/>
                <a:latin typeface="Bookman Old Style" panose="02050604050505020204" pitchFamily="18" charset="0"/>
              </a:rPr>
              <a:t>A robot must obey the orders given it by human beings except where such orders would conflict with the First Law.</a:t>
            </a:r>
          </a:p>
          <a:p>
            <a:pPr algn="l">
              <a:lnSpc>
                <a:spcPct val="150000"/>
              </a:lnSpc>
              <a:spcBef>
                <a:spcPts val="0"/>
              </a:spcBef>
              <a:buFont typeface="Arial" panose="020B0604020202020204" pitchFamily="34" charset="0"/>
              <a:buChar char="•"/>
            </a:pPr>
            <a:r>
              <a:rPr lang="en-US" b="0" i="0" dirty="0">
                <a:solidFill>
                  <a:srgbClr val="1A1A1A"/>
                </a:solidFill>
                <a:effectLst/>
                <a:latin typeface="Bookman Old Style" panose="02050604050505020204" pitchFamily="18" charset="0"/>
              </a:rPr>
              <a:t>A robot must protect its own existence as long as such protection does not conflict with the First or Second Law.</a:t>
            </a:r>
          </a:p>
          <a:p>
            <a:pPr marL="171450" indent="-171450">
              <a:lnSpc>
                <a:spcPct val="150000"/>
              </a:lnSpc>
              <a:spcBef>
                <a:spcPts val="0"/>
              </a:spcBef>
              <a:buClr>
                <a:schemeClr val="dk1"/>
              </a:buClr>
              <a:buSzPts val="1100"/>
            </a:pPr>
            <a:r>
              <a:rPr lang="en-US" dirty="0">
                <a:solidFill>
                  <a:srgbClr val="000000"/>
                </a:solidFill>
                <a:latin typeface="Bookman Old Style" panose="02050604050505020204" pitchFamily="18" charset="0"/>
              </a:rPr>
              <a:t>Hydroponic farming is a method of growing plants in water, not in soil.</a:t>
            </a:r>
          </a:p>
          <a:p>
            <a:pPr marL="0" indent="0">
              <a:lnSpc>
                <a:spcPct val="150000"/>
              </a:lnSpc>
              <a:spcBef>
                <a:spcPts val="0"/>
              </a:spcBef>
              <a:buClr>
                <a:schemeClr val="dk1"/>
              </a:buClr>
              <a:buSzPts val="1100"/>
              <a:buNone/>
            </a:pPr>
            <a:r>
              <a:rPr lang="en-US" dirty="0">
                <a:solidFill>
                  <a:srgbClr val="000000"/>
                </a:solidFill>
                <a:latin typeface="Bookman Old Style" panose="02050604050505020204" pitchFamily="18" charset="0"/>
              </a:rPr>
              <a:t>Reasons for Hydroponic Farming:</a:t>
            </a:r>
          </a:p>
          <a:p>
            <a:pPr marL="285750" indent="-285750">
              <a:lnSpc>
                <a:spcPct val="150000"/>
              </a:lnSpc>
              <a:spcBef>
                <a:spcPts val="0"/>
              </a:spcBef>
              <a:buClr>
                <a:schemeClr val="dk1"/>
              </a:buClr>
              <a:buSzPts val="1100"/>
              <a:buFontTx/>
              <a:buChar char="-"/>
            </a:pPr>
            <a:r>
              <a:rPr lang="en-US" sz="1200" b="0" i="0" cap="all" dirty="0">
                <a:solidFill>
                  <a:srgbClr val="000000"/>
                </a:solidFill>
                <a:effectLst/>
                <a:latin typeface="Bookman Old Style" panose="02050604050505020204" pitchFamily="18" charset="0"/>
              </a:rPr>
              <a:t>LESS LAND USAGE</a:t>
            </a:r>
          </a:p>
          <a:p>
            <a:pPr marL="285750" indent="-285750">
              <a:lnSpc>
                <a:spcPct val="150000"/>
              </a:lnSpc>
              <a:spcBef>
                <a:spcPts val="0"/>
              </a:spcBef>
              <a:buClr>
                <a:schemeClr val="dk1"/>
              </a:buClr>
              <a:buSzPts val="1100"/>
              <a:buFontTx/>
              <a:buChar char="-"/>
            </a:pPr>
            <a:r>
              <a:rPr lang="en-US" sz="1200" b="0" i="0" cap="all" dirty="0">
                <a:solidFill>
                  <a:srgbClr val="000000"/>
                </a:solidFill>
                <a:effectLst/>
                <a:latin typeface="Bookman Old Style" panose="02050604050505020204" pitchFamily="18" charset="0"/>
              </a:rPr>
              <a:t>YOU CAN GROW PRODUCE YEAR-ROUND</a:t>
            </a:r>
          </a:p>
          <a:p>
            <a:pPr marL="285750" indent="-285750">
              <a:lnSpc>
                <a:spcPct val="150000"/>
              </a:lnSpc>
              <a:spcBef>
                <a:spcPts val="0"/>
              </a:spcBef>
              <a:buClr>
                <a:schemeClr val="dk1"/>
              </a:buClr>
              <a:buSzPts val="1100"/>
              <a:buFontTx/>
              <a:buChar char="-"/>
            </a:pPr>
            <a:r>
              <a:rPr lang="en-US" sz="1200" b="0" i="0" cap="all" dirty="0">
                <a:solidFill>
                  <a:srgbClr val="000000"/>
                </a:solidFill>
                <a:effectLst/>
                <a:latin typeface="Bookman Old Style" panose="02050604050505020204" pitchFamily="18" charset="0"/>
              </a:rPr>
              <a:t>LESS WATER USAGE</a:t>
            </a:r>
          </a:p>
          <a:p>
            <a:pPr marL="285750" indent="-285750">
              <a:lnSpc>
                <a:spcPct val="150000"/>
              </a:lnSpc>
              <a:spcBef>
                <a:spcPts val="0"/>
              </a:spcBef>
              <a:buClr>
                <a:schemeClr val="dk1"/>
              </a:buClr>
              <a:buSzPts val="1100"/>
              <a:buFontTx/>
              <a:buChar char="-"/>
            </a:pPr>
            <a:r>
              <a:rPr lang="en-US" sz="1200" b="0" i="0" cap="all" dirty="0">
                <a:solidFill>
                  <a:srgbClr val="000000"/>
                </a:solidFill>
                <a:effectLst/>
                <a:latin typeface="Bookman Old Style" panose="02050604050505020204" pitchFamily="18" charset="0"/>
              </a:rPr>
              <a:t>LOWER LABOUR REQUIREMENTS</a:t>
            </a:r>
            <a:endParaRPr lang="en-US" b="0" i="0" cap="all" dirty="0">
              <a:solidFill>
                <a:srgbClr val="000000"/>
              </a:solidFill>
              <a:effectLst/>
              <a:latin typeface="Bookman Old Style" panose="02050604050505020204" pitchFamily="18" charset="0"/>
            </a:endParaRPr>
          </a:p>
          <a:p>
            <a:pPr marL="285750" indent="-285750">
              <a:lnSpc>
                <a:spcPct val="150000"/>
              </a:lnSpc>
              <a:spcBef>
                <a:spcPts val="0"/>
              </a:spcBef>
              <a:buClr>
                <a:schemeClr val="dk1"/>
              </a:buClr>
              <a:buSzPts val="1100"/>
              <a:buFontTx/>
              <a:buChar char="-"/>
            </a:pPr>
            <a:endParaRPr lang="en-US" b="0" i="0" cap="all" dirty="0">
              <a:solidFill>
                <a:srgbClr val="000000"/>
              </a:solidFill>
              <a:effectLst/>
              <a:latin typeface="Bookman Old Style" panose="02050604050505020204" pitchFamily="18" charset="0"/>
            </a:endParaRPr>
          </a:p>
          <a:p>
            <a:pPr marL="0" indent="0">
              <a:lnSpc>
                <a:spcPct val="150000"/>
              </a:lnSpc>
              <a:spcBef>
                <a:spcPts val="0"/>
              </a:spcBef>
              <a:buClr>
                <a:schemeClr val="dk1"/>
              </a:buClr>
              <a:buSzPts val="1100"/>
              <a:buNone/>
            </a:pPr>
            <a:endParaRPr lang="en-US" dirty="0">
              <a:solidFill>
                <a:srgbClr val="000000"/>
              </a:solidFill>
              <a:latin typeface="Bookman Old Style" panose="02050604050505020204" pitchFamily="18" charset="0"/>
            </a:endParaRPr>
          </a:p>
          <a:p>
            <a:pPr marL="171450" indent="-171450">
              <a:lnSpc>
                <a:spcPct val="150000"/>
              </a:lnSpc>
              <a:spcBef>
                <a:spcPts val="0"/>
              </a:spcBef>
              <a:buClr>
                <a:schemeClr val="dk1"/>
              </a:buClr>
              <a:buSzPts val="1100"/>
            </a:pPr>
            <a:endParaRPr lang="en-US" dirty="0">
              <a:solidFill>
                <a:srgbClr val="000000"/>
              </a:solidFill>
              <a:latin typeface="Bookman Old Style" panose="02050604050505020204" pitchFamily="18" charset="0"/>
            </a:endParaRPr>
          </a:p>
        </p:txBody>
      </p:sp>
      <p:sp>
        <p:nvSpPr>
          <p:cNvPr id="157" name="Google Shape;157;p15"/>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2</a:t>
            </a:fld>
            <a:endParaRPr/>
          </a:p>
        </p:txBody>
      </p:sp>
      <p:pic>
        <p:nvPicPr>
          <p:cNvPr id="3" name="Picture 2" descr="A picture containing microscope, automaton, engine&#10;&#10;Description automatically generated">
            <a:extLst>
              <a:ext uri="{FF2B5EF4-FFF2-40B4-BE49-F238E27FC236}">
                <a16:creationId xmlns:a16="http://schemas.microsoft.com/office/drawing/2014/main" id="{E6154146-39F8-2D0B-FBF0-D894F52AF789}"/>
              </a:ext>
            </a:extLst>
          </p:cNvPr>
          <p:cNvPicPr>
            <a:picLocks noChangeAspect="1"/>
          </p:cNvPicPr>
          <p:nvPr/>
        </p:nvPicPr>
        <p:blipFill>
          <a:blip r:embed="rId3">
            <a:alphaModFix amt="35000"/>
            <a:extLst>
              <a:ext uri="{837473B0-CC2E-450A-ABE3-18F120FF3D39}">
                <a1611:picAttrSrcUrl xmlns:a1611="http://schemas.microsoft.com/office/drawing/2016/11/main" r:id="rId4"/>
              </a:ext>
            </a:extLst>
          </a:blip>
          <a:stretch>
            <a:fillRect/>
          </a:stretch>
        </p:blipFill>
        <p:spPr>
          <a:xfrm>
            <a:off x="6333687" y="1315400"/>
            <a:ext cx="2819902" cy="2571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6"/>
          <p:cNvSpPr txBox="1">
            <a:spLocks noGrp="1"/>
          </p:cNvSpPr>
          <p:nvPr>
            <p:ph type="ctrTitle" idx="4294967295"/>
          </p:nvPr>
        </p:nvSpPr>
        <p:spPr>
          <a:xfrm>
            <a:off x="207544" y="207650"/>
            <a:ext cx="6595533" cy="40812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tx1"/>
                </a:solidFill>
                <a:latin typeface="Bookman Old Style" panose="02050604050505020204" pitchFamily="18" charset="0"/>
                <a:ea typeface="Maven Pro"/>
                <a:cs typeface="Maven Pro"/>
                <a:sym typeface="Maven Pro"/>
              </a:rPr>
              <a:t>STATEMENT OF PROBLEM</a:t>
            </a:r>
            <a:endParaRPr sz="4400" dirty="0">
              <a:solidFill>
                <a:schemeClr val="tx1"/>
              </a:solidFill>
              <a:latin typeface="Bookman Old Style" panose="02050604050505020204" pitchFamily="18" charset="0"/>
            </a:endParaRPr>
          </a:p>
        </p:txBody>
      </p:sp>
      <p:sp>
        <p:nvSpPr>
          <p:cNvPr id="168" name="Google Shape;168;p16"/>
          <p:cNvSpPr txBox="1">
            <a:spLocks noGrp="1"/>
          </p:cNvSpPr>
          <p:nvPr>
            <p:ph type="subTitle" idx="4294967295"/>
          </p:nvPr>
        </p:nvSpPr>
        <p:spPr>
          <a:xfrm>
            <a:off x="207544" y="505522"/>
            <a:ext cx="8533855" cy="4430328"/>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2800" dirty="0">
                <a:effectLst/>
                <a:latin typeface="Bookman Old Style" panose="02050604050505020204" pitchFamily="18" charset="0"/>
                <a:ea typeface="Bookman Old Style" panose="02050604050505020204" pitchFamily="18" charset="0"/>
              </a:rPr>
              <a:t>Robotic advancements will reduce the number of high-end precision tasks and will benefit a variety of industries, including agriculture, military, and health care. As a result, robots will be used as workplace assistants with a degree of balance between genuine requirements and greed. Many jobs that are beyond human capability can be accomplished with the aid of robotics, which will be quite beneficial in its functioning. </a:t>
            </a:r>
            <a:endParaRPr sz="2800" b="1" dirty="0">
              <a:latin typeface="Bookman Old Style" panose="02050604050505020204" pitchFamily="18" charset="0"/>
            </a:endParaRPr>
          </a:p>
        </p:txBody>
      </p:sp>
      <p:sp>
        <p:nvSpPr>
          <p:cNvPr id="169" name="Google Shape;169;p16"/>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3</a:t>
            </a:fld>
            <a:endParaRPr/>
          </a:p>
        </p:txBody>
      </p:sp>
      <p:pic>
        <p:nvPicPr>
          <p:cNvPr id="4" name="Picture 3" descr="Text&#10;&#10;Description automatically generated">
            <a:extLst>
              <a:ext uri="{FF2B5EF4-FFF2-40B4-BE49-F238E27FC236}">
                <a16:creationId xmlns:a16="http://schemas.microsoft.com/office/drawing/2014/main" id="{3924F555-5578-A713-D5E2-B15372BFB48A}"/>
              </a:ext>
            </a:extLst>
          </p:cNvPr>
          <p:cNvPicPr>
            <a:picLocks noChangeAspect="1"/>
          </p:cNvPicPr>
          <p:nvPr/>
        </p:nvPicPr>
        <p:blipFill>
          <a:blip r:embed="rId3">
            <a:alphaModFix amt="20000"/>
            <a:extLst>
              <a:ext uri="{837473B0-CC2E-450A-ABE3-18F120FF3D39}">
                <a1611:picAttrSrcUrl xmlns:a1611="http://schemas.microsoft.com/office/drawing/2016/11/main" r:id="rId4"/>
              </a:ext>
            </a:extLst>
          </a:blip>
          <a:stretch>
            <a:fillRect/>
          </a:stretch>
        </p:blipFill>
        <p:spPr>
          <a:xfrm>
            <a:off x="0" y="216477"/>
            <a:ext cx="9144000" cy="47105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8"/>
          <p:cNvSpPr txBox="1">
            <a:spLocks noGrp="1"/>
          </p:cNvSpPr>
          <p:nvPr>
            <p:ph type="body" idx="1"/>
          </p:nvPr>
        </p:nvSpPr>
        <p:spPr>
          <a:xfrm>
            <a:off x="152524" y="746760"/>
            <a:ext cx="8838951" cy="4265290"/>
          </a:xfrm>
          <a:prstGeom prst="rect">
            <a:avLst/>
          </a:prstGeom>
        </p:spPr>
        <p:txBody>
          <a:bodyPr spcFirstLastPara="1" wrap="square" lIns="91425" tIns="91425" rIns="91425" bIns="91425" anchor="t" anchorCtr="0">
            <a:noAutofit/>
          </a:bodyPr>
          <a:lstStyle/>
          <a:p>
            <a:pPr marL="0" marR="0" indent="0" algn="just">
              <a:lnSpc>
                <a:spcPct val="150000"/>
              </a:lnSpc>
              <a:spcBef>
                <a:spcPts val="0"/>
              </a:spcBef>
              <a:spcAft>
                <a:spcPts val="0"/>
              </a:spcAft>
              <a:buNone/>
            </a:pPr>
            <a:r>
              <a:rPr lang="en-US" sz="1600" dirty="0">
                <a:solidFill>
                  <a:schemeClr val="tx1"/>
                </a:solidFill>
                <a:effectLst/>
                <a:latin typeface="Bookman Old Style" panose="02050604050505020204" pitchFamily="18" charset="0"/>
                <a:ea typeface="Bookman Old Style" panose="02050604050505020204" pitchFamily="18" charset="0"/>
              </a:rPr>
              <a:t>AIM:</a:t>
            </a:r>
            <a:endParaRPr lang="en-US" sz="1600" dirty="0">
              <a:solidFill>
                <a:schemeClr val="tx1"/>
              </a:solidFill>
              <a:effectLst/>
              <a:latin typeface="Bookman Old Style" panose="02050604050505020204" pitchFamily="18" charset="0"/>
              <a:ea typeface="Calibri" panose="020F0502020204030204" pitchFamily="34" charset="0"/>
            </a:endParaRPr>
          </a:p>
          <a:p>
            <a:pPr marL="63500" marR="0" indent="0" algn="just">
              <a:lnSpc>
                <a:spcPct val="150000"/>
              </a:lnSpc>
              <a:spcBef>
                <a:spcPts val="0"/>
              </a:spcBef>
              <a:spcAft>
                <a:spcPts val="0"/>
              </a:spcAft>
              <a:buNone/>
            </a:pPr>
            <a:r>
              <a:rPr lang="en-US" sz="1600" dirty="0">
                <a:solidFill>
                  <a:schemeClr val="tx1"/>
                </a:solidFill>
                <a:effectLst/>
                <a:latin typeface="Bookman Old Style" panose="02050604050505020204" pitchFamily="18" charset="0"/>
                <a:ea typeface="Bookman Old Style" panose="02050604050505020204" pitchFamily="18" charset="0"/>
              </a:rPr>
              <a:t>To develop a low-cost research robot used in any area of field.</a:t>
            </a:r>
            <a:endParaRPr lang="en-US" sz="1600" dirty="0">
              <a:solidFill>
                <a:schemeClr val="tx1"/>
              </a:solidFill>
              <a:effectLst/>
              <a:latin typeface="Bookman Old Style" panose="02050604050505020204" pitchFamily="18" charset="0"/>
              <a:ea typeface="Calibri" panose="020F0502020204030204" pitchFamily="34" charset="0"/>
            </a:endParaRPr>
          </a:p>
          <a:p>
            <a:pPr marL="0" marR="0" indent="0" algn="just">
              <a:lnSpc>
                <a:spcPct val="150000"/>
              </a:lnSpc>
              <a:spcBef>
                <a:spcPts val="0"/>
              </a:spcBef>
              <a:spcAft>
                <a:spcPts val="0"/>
              </a:spcAft>
              <a:buNone/>
            </a:pPr>
            <a:r>
              <a:rPr lang="en-US" sz="1600" dirty="0">
                <a:solidFill>
                  <a:schemeClr val="tx1"/>
                </a:solidFill>
                <a:effectLst/>
                <a:latin typeface="Bookman Old Style" panose="02050604050505020204" pitchFamily="18" charset="0"/>
                <a:ea typeface="Bookman Old Style" panose="02050604050505020204" pitchFamily="18" charset="0"/>
              </a:rPr>
              <a:t> </a:t>
            </a:r>
          </a:p>
          <a:p>
            <a:pPr marL="0" marR="0" indent="0" algn="just">
              <a:lnSpc>
                <a:spcPct val="150000"/>
              </a:lnSpc>
              <a:spcBef>
                <a:spcPts val="0"/>
              </a:spcBef>
              <a:spcAft>
                <a:spcPts val="0"/>
              </a:spcAft>
              <a:buNone/>
            </a:pPr>
            <a:r>
              <a:rPr lang="en-US" sz="1600" dirty="0">
                <a:solidFill>
                  <a:schemeClr val="tx1"/>
                </a:solidFill>
                <a:effectLst/>
                <a:latin typeface="Bookman Old Style" panose="02050604050505020204" pitchFamily="18" charset="0"/>
                <a:ea typeface="Bookman Old Style" panose="02050604050505020204" pitchFamily="18" charset="0"/>
              </a:rPr>
              <a:t>OBJECTIVES:</a:t>
            </a:r>
            <a:endParaRPr lang="en-US" sz="1600" dirty="0">
              <a:solidFill>
                <a:schemeClr val="tx1"/>
              </a:solidFill>
              <a:effectLst/>
              <a:latin typeface="Bookman Old Style" panose="02050604050505020204" pitchFamily="18" charset="0"/>
              <a:ea typeface="Calibri" panose="020F0502020204030204" pitchFamily="34" charset="0"/>
            </a:endParaRPr>
          </a:p>
          <a:p>
            <a:pPr marL="285750" indent="-285750" algn="just">
              <a:lnSpc>
                <a:spcPct val="150000"/>
              </a:lnSpc>
              <a:spcBef>
                <a:spcPts val="0"/>
              </a:spcBef>
            </a:pPr>
            <a:r>
              <a:rPr lang="en-US" sz="1600" dirty="0">
                <a:solidFill>
                  <a:schemeClr val="tx1"/>
                </a:solidFill>
                <a:effectLst/>
                <a:latin typeface="Bookman Old Style" panose="02050604050505020204" pitchFamily="18" charset="0"/>
                <a:ea typeface="Bookman Old Style" panose="02050604050505020204" pitchFamily="18" charset="0"/>
                <a:cs typeface="Times New Roman" panose="02020603050405020304" pitchFamily="18" charset="0"/>
              </a:rPr>
              <a:t>To design an inexpensive system that is user-friendly and easy to use.</a:t>
            </a:r>
          </a:p>
          <a:p>
            <a:pPr marL="285750" indent="-285750" algn="just">
              <a:lnSpc>
                <a:spcPct val="150000"/>
              </a:lnSpc>
              <a:spcBef>
                <a:spcPts val="0"/>
              </a:spcBef>
            </a:pPr>
            <a:r>
              <a:rPr lang="en-US" sz="1600" dirty="0">
                <a:solidFill>
                  <a:schemeClr val="tx1"/>
                </a:solidFill>
                <a:effectLst/>
                <a:latin typeface="Bookman Old Style" panose="02050604050505020204" pitchFamily="18" charset="0"/>
                <a:ea typeface="Bookman Old Style" panose="02050604050505020204" pitchFamily="18" charset="0"/>
                <a:cs typeface="Times New Roman" panose="02020603050405020304" pitchFamily="18" charset="0"/>
              </a:rPr>
              <a:t>To construct a mobile app control robot for research purpose.</a:t>
            </a:r>
          </a:p>
          <a:p>
            <a:pPr marL="285750" indent="-285750" algn="just">
              <a:lnSpc>
                <a:spcPct val="150000"/>
              </a:lnSpc>
              <a:spcBef>
                <a:spcPts val="0"/>
              </a:spcBef>
            </a:pPr>
            <a:r>
              <a:rPr lang="en-US" sz="1600" dirty="0">
                <a:solidFill>
                  <a:schemeClr val="tx1"/>
                </a:solidFill>
                <a:effectLst/>
                <a:latin typeface="Bookman Old Style" panose="02050604050505020204" pitchFamily="18" charset="0"/>
                <a:ea typeface="Bookman Old Style" panose="02050604050505020204" pitchFamily="18" charset="0"/>
                <a:cs typeface="Times New Roman" panose="02020603050405020304" pitchFamily="18" charset="0"/>
              </a:rPr>
              <a:t>To develop an internet base control system that enables transfer and receiving data through the internet.</a:t>
            </a:r>
          </a:p>
          <a:p>
            <a:pPr marL="285750" indent="-285750" algn="just">
              <a:lnSpc>
                <a:spcPct val="150000"/>
              </a:lnSpc>
              <a:spcBef>
                <a:spcPts val="0"/>
              </a:spcBef>
            </a:pPr>
            <a:r>
              <a:rPr lang="en-US" sz="1600" dirty="0">
                <a:solidFill>
                  <a:schemeClr val="tx1"/>
                </a:solidFill>
                <a:effectLst/>
                <a:latin typeface="Bookman Old Style" panose="02050604050505020204" pitchFamily="18" charset="0"/>
                <a:ea typeface="Bookman Old Style" panose="02050604050505020204" pitchFamily="18" charset="0"/>
                <a:cs typeface="Times New Roman" panose="02020603050405020304" pitchFamily="18" charset="0"/>
              </a:rPr>
              <a:t>To interface the system with an internet android application enabling cloud data  communication.</a:t>
            </a:r>
          </a:p>
        </p:txBody>
      </p:sp>
      <p:sp>
        <p:nvSpPr>
          <p:cNvPr id="183" name="Google Shape;183;p18"/>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4</a:t>
            </a:fld>
            <a:endParaRPr/>
          </a:p>
        </p:txBody>
      </p:sp>
      <p:sp>
        <p:nvSpPr>
          <p:cNvPr id="5" name="Google Shape;182;p18">
            <a:extLst>
              <a:ext uri="{FF2B5EF4-FFF2-40B4-BE49-F238E27FC236}">
                <a16:creationId xmlns:a16="http://schemas.microsoft.com/office/drawing/2014/main" id="{66D37328-6879-888A-CACD-395F1AB3B09F}"/>
              </a:ext>
            </a:extLst>
          </p:cNvPr>
          <p:cNvSpPr txBox="1">
            <a:spLocks/>
          </p:cNvSpPr>
          <p:nvPr/>
        </p:nvSpPr>
        <p:spPr>
          <a:xfrm>
            <a:off x="-1" y="0"/>
            <a:ext cx="9144000" cy="7480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lt2"/>
              </a:buClr>
              <a:buSzPts val="2600"/>
              <a:buFont typeface="Poppins"/>
              <a:buChar char="￮"/>
              <a:defRPr sz="2600" b="1" i="0" u="none" strike="noStrike" cap="none">
                <a:solidFill>
                  <a:schemeClr val="dk1"/>
                </a:solidFill>
                <a:latin typeface="Poppins"/>
                <a:ea typeface="Poppins"/>
                <a:cs typeface="Poppins"/>
                <a:sym typeface="Poppins"/>
              </a:defRPr>
            </a:lvl1pPr>
            <a:lvl2pPr marL="914400" marR="0" lvl="1" indent="-393700" algn="l" rtl="0">
              <a:lnSpc>
                <a:spcPct val="100000"/>
              </a:lnSpc>
              <a:spcBef>
                <a:spcPts val="0"/>
              </a:spcBef>
              <a:spcAft>
                <a:spcPts val="0"/>
              </a:spcAft>
              <a:buClr>
                <a:schemeClr val="lt2"/>
              </a:buClr>
              <a:buSzPts val="2600"/>
              <a:buFont typeface="Poppins"/>
              <a:buChar char="￮"/>
              <a:defRPr sz="2600" b="1" i="0" u="none" strike="noStrike" cap="none">
                <a:solidFill>
                  <a:schemeClr val="dk1"/>
                </a:solidFill>
                <a:latin typeface="Poppins"/>
                <a:ea typeface="Poppins"/>
                <a:cs typeface="Poppins"/>
                <a:sym typeface="Poppins"/>
              </a:defRPr>
            </a:lvl2pPr>
            <a:lvl3pPr marL="1371600" marR="0" lvl="2" indent="-393700" algn="l" rtl="0">
              <a:lnSpc>
                <a:spcPct val="100000"/>
              </a:lnSpc>
              <a:spcBef>
                <a:spcPts val="0"/>
              </a:spcBef>
              <a:spcAft>
                <a:spcPts val="0"/>
              </a:spcAft>
              <a:buClr>
                <a:schemeClr val="lt2"/>
              </a:buClr>
              <a:buSzPts val="2600"/>
              <a:buFont typeface="Poppins"/>
              <a:buChar char="￮"/>
              <a:defRPr sz="2600" b="1" i="0" u="none" strike="noStrike" cap="none">
                <a:solidFill>
                  <a:schemeClr val="dk1"/>
                </a:solidFill>
                <a:latin typeface="Poppins"/>
                <a:ea typeface="Poppins"/>
                <a:cs typeface="Poppins"/>
                <a:sym typeface="Poppins"/>
              </a:defRPr>
            </a:lvl3pPr>
            <a:lvl4pPr marL="1828800" marR="0" lvl="3" indent="-393700" algn="l" rtl="0">
              <a:lnSpc>
                <a:spcPct val="100000"/>
              </a:lnSpc>
              <a:spcBef>
                <a:spcPts val="0"/>
              </a:spcBef>
              <a:spcAft>
                <a:spcPts val="0"/>
              </a:spcAft>
              <a:buClr>
                <a:srgbClr val="CCCCCC"/>
              </a:buClr>
              <a:buSzPts val="2600"/>
              <a:buFont typeface="Poppins"/>
              <a:buChar char="●"/>
              <a:defRPr sz="2600" b="1" i="0" u="none" strike="noStrike" cap="none">
                <a:solidFill>
                  <a:schemeClr val="dk1"/>
                </a:solidFill>
                <a:latin typeface="Poppins"/>
                <a:ea typeface="Poppins"/>
                <a:cs typeface="Poppins"/>
                <a:sym typeface="Poppins"/>
              </a:defRPr>
            </a:lvl4pPr>
            <a:lvl5pPr marL="2286000" marR="0" lvl="4" indent="-393700" algn="l" rtl="0">
              <a:lnSpc>
                <a:spcPct val="100000"/>
              </a:lnSpc>
              <a:spcBef>
                <a:spcPts val="0"/>
              </a:spcBef>
              <a:spcAft>
                <a:spcPts val="0"/>
              </a:spcAft>
              <a:buClr>
                <a:srgbClr val="CCCCCC"/>
              </a:buClr>
              <a:buSzPts val="2600"/>
              <a:buFont typeface="Poppins"/>
              <a:buChar char="○"/>
              <a:defRPr sz="2600" b="1" i="0" u="none" strike="noStrike" cap="none">
                <a:solidFill>
                  <a:schemeClr val="dk1"/>
                </a:solidFill>
                <a:latin typeface="Poppins"/>
                <a:ea typeface="Poppins"/>
                <a:cs typeface="Poppins"/>
                <a:sym typeface="Poppins"/>
              </a:defRPr>
            </a:lvl5pPr>
            <a:lvl6pPr marL="2743200" marR="0" lvl="5" indent="-393700" algn="l" rtl="0">
              <a:lnSpc>
                <a:spcPct val="100000"/>
              </a:lnSpc>
              <a:spcBef>
                <a:spcPts val="0"/>
              </a:spcBef>
              <a:spcAft>
                <a:spcPts val="0"/>
              </a:spcAft>
              <a:buClr>
                <a:srgbClr val="CCCCCC"/>
              </a:buClr>
              <a:buSzPts val="2600"/>
              <a:buFont typeface="Poppins"/>
              <a:buChar char="■"/>
              <a:defRPr sz="2600" b="1" i="0" u="none" strike="noStrike" cap="none">
                <a:solidFill>
                  <a:schemeClr val="dk1"/>
                </a:solidFill>
                <a:latin typeface="Poppins"/>
                <a:ea typeface="Poppins"/>
                <a:cs typeface="Poppins"/>
                <a:sym typeface="Poppins"/>
              </a:defRPr>
            </a:lvl6pPr>
            <a:lvl7pPr marL="3200400" marR="0" lvl="6" indent="-393700" algn="l" rtl="0">
              <a:lnSpc>
                <a:spcPct val="100000"/>
              </a:lnSpc>
              <a:spcBef>
                <a:spcPts val="0"/>
              </a:spcBef>
              <a:spcAft>
                <a:spcPts val="0"/>
              </a:spcAft>
              <a:buClr>
                <a:srgbClr val="CCCCCC"/>
              </a:buClr>
              <a:buSzPts val="2600"/>
              <a:buFont typeface="Poppins"/>
              <a:buChar char="●"/>
              <a:defRPr sz="2600" b="1" i="0" u="none" strike="noStrike" cap="none">
                <a:solidFill>
                  <a:schemeClr val="dk1"/>
                </a:solidFill>
                <a:latin typeface="Poppins"/>
                <a:ea typeface="Poppins"/>
                <a:cs typeface="Poppins"/>
                <a:sym typeface="Poppins"/>
              </a:defRPr>
            </a:lvl7pPr>
            <a:lvl8pPr marL="3657600" marR="0" lvl="7" indent="-393700" algn="l" rtl="0">
              <a:lnSpc>
                <a:spcPct val="100000"/>
              </a:lnSpc>
              <a:spcBef>
                <a:spcPts val="0"/>
              </a:spcBef>
              <a:spcAft>
                <a:spcPts val="0"/>
              </a:spcAft>
              <a:buClr>
                <a:srgbClr val="CCCCCC"/>
              </a:buClr>
              <a:buSzPts val="2600"/>
              <a:buFont typeface="Poppins"/>
              <a:buChar char="○"/>
              <a:defRPr sz="2600" b="1" i="0" u="none" strike="noStrike" cap="none">
                <a:solidFill>
                  <a:schemeClr val="dk1"/>
                </a:solidFill>
                <a:latin typeface="Poppins"/>
                <a:ea typeface="Poppins"/>
                <a:cs typeface="Poppins"/>
                <a:sym typeface="Poppins"/>
              </a:defRPr>
            </a:lvl8pPr>
            <a:lvl9pPr marL="4114800" marR="0" lvl="8" indent="-393700" algn="l" rtl="0">
              <a:lnSpc>
                <a:spcPct val="100000"/>
              </a:lnSpc>
              <a:spcBef>
                <a:spcPts val="0"/>
              </a:spcBef>
              <a:spcAft>
                <a:spcPts val="0"/>
              </a:spcAft>
              <a:buClr>
                <a:srgbClr val="CCCCCC"/>
              </a:buClr>
              <a:buSzPts val="2600"/>
              <a:buFont typeface="Poppins"/>
              <a:buChar char="■"/>
              <a:defRPr sz="2600" b="1" i="0" u="none" strike="noStrike" cap="none">
                <a:solidFill>
                  <a:schemeClr val="dk1"/>
                </a:solidFill>
                <a:latin typeface="Poppins"/>
                <a:ea typeface="Poppins"/>
                <a:cs typeface="Poppins"/>
                <a:sym typeface="Poppins"/>
              </a:defRPr>
            </a:lvl9pPr>
          </a:lstStyle>
          <a:p>
            <a:pPr marL="0" indent="0">
              <a:buFont typeface="Poppins"/>
              <a:buNone/>
            </a:pPr>
            <a:r>
              <a:rPr lang="en-US" sz="3600" dirty="0">
                <a:latin typeface="Bookman Old Style" panose="02050604050505020204" pitchFamily="18" charset="0"/>
              </a:rPr>
              <a:t>	AIM &amp; OBJECTIVES </a:t>
            </a:r>
          </a:p>
        </p:txBody>
      </p:sp>
      <p:pic>
        <p:nvPicPr>
          <p:cNvPr id="3" name="Picture 2" descr="Text, whiteboard&#10;&#10;Description automatically generated">
            <a:extLst>
              <a:ext uri="{FF2B5EF4-FFF2-40B4-BE49-F238E27FC236}">
                <a16:creationId xmlns:a16="http://schemas.microsoft.com/office/drawing/2014/main" id="{DCAE819A-0A57-B5A7-C11F-38D0CBA9B943}"/>
              </a:ext>
            </a:extLst>
          </p:cNvPr>
          <p:cNvPicPr>
            <a:picLocks noChangeAspect="1"/>
          </p:cNvPicPr>
          <p:nvPr/>
        </p:nvPicPr>
        <p:blipFill>
          <a:blip r:embed="rId3">
            <a:alphaModFix amt="20000"/>
            <a:extLst>
              <a:ext uri="{837473B0-CC2E-450A-ABE3-18F120FF3D39}">
                <a1611:picAttrSrcUrl xmlns:a1611="http://schemas.microsoft.com/office/drawing/2016/11/main" r:id="rId4"/>
              </a:ext>
            </a:extLst>
          </a:blip>
          <a:stretch>
            <a:fillRect/>
          </a:stretch>
        </p:blipFill>
        <p:spPr>
          <a:xfrm>
            <a:off x="1350628" y="497310"/>
            <a:ext cx="6223320" cy="4148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pSp>
        <p:nvGrpSpPr>
          <p:cNvPr id="189" name="Google Shape;189;p19"/>
          <p:cNvGrpSpPr/>
          <p:nvPr/>
        </p:nvGrpSpPr>
        <p:grpSpPr>
          <a:xfrm>
            <a:off x="5853100" y="3068600"/>
            <a:ext cx="1539600" cy="1539600"/>
            <a:chOff x="6680825" y="2549350"/>
            <a:chExt cx="1539600" cy="1539600"/>
          </a:xfrm>
        </p:grpSpPr>
        <p:sp>
          <p:nvSpPr>
            <p:cNvPr id="190" name="Google Shape;190;p19"/>
            <p:cNvSpPr/>
            <p:nvPr/>
          </p:nvSpPr>
          <p:spPr>
            <a:xfrm>
              <a:off x="6825669" y="2694194"/>
              <a:ext cx="1249800" cy="1249800"/>
            </a:xfrm>
            <a:prstGeom prst="ellipse">
              <a:avLst/>
            </a:prstGeom>
            <a:solidFill>
              <a:srgbClr val="000000">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9"/>
            <p:cNvSpPr/>
            <p:nvPr/>
          </p:nvSpPr>
          <p:spPr>
            <a:xfrm>
              <a:off x="6894850" y="2763375"/>
              <a:ext cx="1111200" cy="11112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9"/>
            <p:cNvSpPr/>
            <p:nvPr/>
          </p:nvSpPr>
          <p:spPr>
            <a:xfrm>
              <a:off x="6680825" y="2549350"/>
              <a:ext cx="1539600" cy="1539600"/>
            </a:xfrm>
            <a:prstGeom prst="donut">
              <a:avLst>
                <a:gd name="adj" fmla="val 675"/>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19"/>
          <p:cNvSpPr txBox="1">
            <a:spLocks noGrp="1"/>
          </p:cNvSpPr>
          <p:nvPr>
            <p:ph type="title"/>
          </p:nvPr>
        </p:nvSpPr>
        <p:spPr>
          <a:xfrm>
            <a:off x="636608" y="-16600"/>
            <a:ext cx="5622723" cy="6831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3200" b="1" dirty="0">
                <a:solidFill>
                  <a:schemeClr val="tx1"/>
                </a:solidFill>
                <a:latin typeface="Bookman Old Style" panose="02050604050505020204" pitchFamily="18" charset="0"/>
                <a:ea typeface="Karla" charset="0"/>
                <a:cs typeface="Karla" charset="0"/>
              </a:rPr>
              <a:t>Methodology</a:t>
            </a:r>
            <a:endParaRPr sz="3200" dirty="0">
              <a:solidFill>
                <a:schemeClr val="tx1"/>
              </a:solidFill>
              <a:latin typeface="Bookman Old Style" panose="02050604050505020204" pitchFamily="18" charset="0"/>
            </a:endParaRPr>
          </a:p>
        </p:txBody>
      </p:sp>
      <p:sp>
        <p:nvSpPr>
          <p:cNvPr id="195" name="Google Shape;195;p19"/>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5</a:t>
            </a:fld>
            <a:endParaRPr/>
          </a:p>
        </p:txBody>
      </p:sp>
      <p:grpSp>
        <p:nvGrpSpPr>
          <p:cNvPr id="196" name="Google Shape;196;p19"/>
          <p:cNvGrpSpPr/>
          <p:nvPr/>
        </p:nvGrpSpPr>
        <p:grpSpPr>
          <a:xfrm>
            <a:off x="6438110" y="3653462"/>
            <a:ext cx="369505" cy="369505"/>
            <a:chOff x="2594050" y="1631825"/>
            <a:chExt cx="439625" cy="439625"/>
          </a:xfrm>
        </p:grpSpPr>
        <p:sp>
          <p:nvSpPr>
            <p:cNvPr id="197" name="Google Shape;197;p19"/>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9"/>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image16.jpg">
            <a:extLst>
              <a:ext uri="{FF2B5EF4-FFF2-40B4-BE49-F238E27FC236}">
                <a16:creationId xmlns:a16="http://schemas.microsoft.com/office/drawing/2014/main" id="{F2D2DDC5-847B-DA3D-937D-7CD55BFC01E7}"/>
              </a:ext>
            </a:extLst>
          </p:cNvPr>
          <p:cNvPicPr/>
          <p:nvPr/>
        </p:nvPicPr>
        <p:blipFill rotWithShape="1">
          <a:blip r:embed="rId3"/>
          <a:srcRect r="54536" b="46241"/>
          <a:stretch/>
        </p:blipFill>
        <p:spPr>
          <a:xfrm>
            <a:off x="216382" y="701031"/>
            <a:ext cx="4180294" cy="4145290"/>
          </a:xfrm>
          <a:prstGeom prst="rect">
            <a:avLst/>
          </a:prstGeom>
          <a:ln/>
        </p:spPr>
      </p:pic>
      <p:pic>
        <p:nvPicPr>
          <p:cNvPr id="16" name="image16.jpg">
            <a:extLst>
              <a:ext uri="{FF2B5EF4-FFF2-40B4-BE49-F238E27FC236}">
                <a16:creationId xmlns:a16="http://schemas.microsoft.com/office/drawing/2014/main" id="{863D7C03-2D0B-5654-D607-17E04DAC10F5}"/>
              </a:ext>
            </a:extLst>
          </p:cNvPr>
          <p:cNvPicPr/>
          <p:nvPr/>
        </p:nvPicPr>
        <p:blipFill rotWithShape="1">
          <a:blip r:embed="rId3"/>
          <a:srcRect t="50890" r="54536"/>
          <a:stretch/>
        </p:blipFill>
        <p:spPr>
          <a:xfrm>
            <a:off x="4396675" y="701030"/>
            <a:ext cx="4664773" cy="4311020"/>
          </a:xfrm>
          <a:prstGeom prst="rect">
            <a:avLst/>
          </a:prstGeo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93" name="Google Shape;193;p19"/>
          <p:cNvSpPr txBox="1">
            <a:spLocks noGrp="1"/>
          </p:cNvSpPr>
          <p:nvPr>
            <p:ph type="title"/>
          </p:nvPr>
        </p:nvSpPr>
        <p:spPr>
          <a:xfrm>
            <a:off x="302730" y="0"/>
            <a:ext cx="5778564" cy="6831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3200" b="1" dirty="0">
                <a:solidFill>
                  <a:schemeClr val="tx1"/>
                </a:solidFill>
                <a:latin typeface="Bookman Old Style" panose="02050604050505020204" pitchFamily="18" charset="0"/>
                <a:ea typeface="Karla" charset="0"/>
                <a:cs typeface="Karla" charset="0"/>
              </a:rPr>
              <a:t>Methodology</a:t>
            </a:r>
            <a:endParaRPr sz="3200" dirty="0">
              <a:solidFill>
                <a:schemeClr val="tx1"/>
              </a:solidFill>
              <a:latin typeface="Bookman Old Style" panose="02050604050505020204" pitchFamily="18" charset="0"/>
            </a:endParaRPr>
          </a:p>
        </p:txBody>
      </p:sp>
      <p:sp>
        <p:nvSpPr>
          <p:cNvPr id="195" name="Google Shape;195;p19"/>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6</a:t>
            </a:fld>
            <a:endParaRPr/>
          </a:p>
        </p:txBody>
      </p:sp>
      <p:grpSp>
        <p:nvGrpSpPr>
          <p:cNvPr id="196" name="Google Shape;196;p19"/>
          <p:cNvGrpSpPr/>
          <p:nvPr/>
        </p:nvGrpSpPr>
        <p:grpSpPr>
          <a:xfrm>
            <a:off x="6438110" y="3653462"/>
            <a:ext cx="369505" cy="369505"/>
            <a:chOff x="2594050" y="1631825"/>
            <a:chExt cx="439625" cy="439625"/>
          </a:xfrm>
        </p:grpSpPr>
        <p:sp>
          <p:nvSpPr>
            <p:cNvPr id="197" name="Google Shape;197;p19"/>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9"/>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image16.jpg">
            <a:extLst>
              <a:ext uri="{FF2B5EF4-FFF2-40B4-BE49-F238E27FC236}">
                <a16:creationId xmlns:a16="http://schemas.microsoft.com/office/drawing/2014/main" id="{F2D2DDC5-847B-DA3D-937D-7CD55BFC01E7}"/>
              </a:ext>
            </a:extLst>
          </p:cNvPr>
          <p:cNvPicPr/>
          <p:nvPr/>
        </p:nvPicPr>
        <p:blipFill rotWithShape="1">
          <a:blip r:embed="rId3"/>
          <a:srcRect l="55020" t="1059" r="1" b="22591"/>
          <a:stretch/>
        </p:blipFill>
        <p:spPr>
          <a:xfrm>
            <a:off x="2353686" y="593116"/>
            <a:ext cx="2984030" cy="4550384"/>
          </a:xfrm>
          <a:prstGeom prst="rect">
            <a:avLst/>
          </a:prstGeom>
          <a:ln/>
        </p:spPr>
      </p:pic>
      <p:grpSp>
        <p:nvGrpSpPr>
          <p:cNvPr id="28" name="Google Shape;207;p20">
            <a:extLst>
              <a:ext uri="{FF2B5EF4-FFF2-40B4-BE49-F238E27FC236}">
                <a16:creationId xmlns:a16="http://schemas.microsoft.com/office/drawing/2014/main" id="{269D250B-8EFF-E27B-350F-7BC9CD1F9D35}"/>
              </a:ext>
            </a:extLst>
          </p:cNvPr>
          <p:cNvGrpSpPr/>
          <p:nvPr/>
        </p:nvGrpSpPr>
        <p:grpSpPr>
          <a:xfrm>
            <a:off x="7065222" y="1433241"/>
            <a:ext cx="1738561" cy="1738545"/>
            <a:chOff x="6643075" y="3664250"/>
            <a:chExt cx="407950" cy="407975"/>
          </a:xfrm>
        </p:grpSpPr>
        <p:sp>
          <p:nvSpPr>
            <p:cNvPr id="29" name="Google Shape;208;p20">
              <a:extLst>
                <a:ext uri="{FF2B5EF4-FFF2-40B4-BE49-F238E27FC236}">
                  <a16:creationId xmlns:a16="http://schemas.microsoft.com/office/drawing/2014/main" id="{4BFD7BDC-245B-A535-79E1-B8258AAB88B6}"/>
                </a:ext>
              </a:extLst>
            </p:cNvPr>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9;p20">
              <a:extLst>
                <a:ext uri="{FF2B5EF4-FFF2-40B4-BE49-F238E27FC236}">
                  <a16:creationId xmlns:a16="http://schemas.microsoft.com/office/drawing/2014/main" id="{3A7611A1-D1E9-0BBE-B691-016C93B13FDE}"/>
                </a:ext>
              </a:extLst>
            </p:cNvPr>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210;p20">
            <a:extLst>
              <a:ext uri="{FF2B5EF4-FFF2-40B4-BE49-F238E27FC236}">
                <a16:creationId xmlns:a16="http://schemas.microsoft.com/office/drawing/2014/main" id="{5B58B41C-A820-EFD1-4D6F-21E6598E23B3}"/>
              </a:ext>
            </a:extLst>
          </p:cNvPr>
          <p:cNvGrpSpPr/>
          <p:nvPr/>
        </p:nvGrpSpPr>
        <p:grpSpPr>
          <a:xfrm rot="-587313">
            <a:off x="6963045" y="3398554"/>
            <a:ext cx="714809" cy="714768"/>
            <a:chOff x="576250" y="4319400"/>
            <a:chExt cx="442075" cy="442050"/>
          </a:xfrm>
        </p:grpSpPr>
        <p:sp>
          <p:nvSpPr>
            <p:cNvPr id="32" name="Google Shape;211;p20">
              <a:extLst>
                <a:ext uri="{FF2B5EF4-FFF2-40B4-BE49-F238E27FC236}">
                  <a16:creationId xmlns:a16="http://schemas.microsoft.com/office/drawing/2014/main" id="{5334AF81-2819-904E-1260-5D161096E906}"/>
                </a:ext>
              </a:extLst>
            </p:cNvPr>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2;p20">
              <a:extLst>
                <a:ext uri="{FF2B5EF4-FFF2-40B4-BE49-F238E27FC236}">
                  <a16:creationId xmlns:a16="http://schemas.microsoft.com/office/drawing/2014/main" id="{6BB510E1-657D-C325-1203-07C8F26BA61E}"/>
                </a:ext>
              </a:extLst>
            </p:cNvPr>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3;p20">
              <a:extLst>
                <a:ext uri="{FF2B5EF4-FFF2-40B4-BE49-F238E27FC236}">
                  <a16:creationId xmlns:a16="http://schemas.microsoft.com/office/drawing/2014/main" id="{9902EFCD-8063-61EC-7C5F-26099AE6A4F3}"/>
                </a:ext>
              </a:extLst>
            </p:cNvPr>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4;p20">
              <a:extLst>
                <a:ext uri="{FF2B5EF4-FFF2-40B4-BE49-F238E27FC236}">
                  <a16:creationId xmlns:a16="http://schemas.microsoft.com/office/drawing/2014/main" id="{61516525-DC3E-0F69-68B6-7472149B29F3}"/>
                </a:ext>
              </a:extLst>
            </p:cNvPr>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215;p20">
            <a:extLst>
              <a:ext uri="{FF2B5EF4-FFF2-40B4-BE49-F238E27FC236}">
                <a16:creationId xmlns:a16="http://schemas.microsoft.com/office/drawing/2014/main" id="{730BC8AD-7B1A-7B0C-4CB0-C05B02926671}"/>
              </a:ext>
            </a:extLst>
          </p:cNvPr>
          <p:cNvSpPr/>
          <p:nvPr/>
        </p:nvSpPr>
        <p:spPr>
          <a:xfrm>
            <a:off x="6649431" y="1834791"/>
            <a:ext cx="271742" cy="259470"/>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16;p20">
            <a:extLst>
              <a:ext uri="{FF2B5EF4-FFF2-40B4-BE49-F238E27FC236}">
                <a16:creationId xmlns:a16="http://schemas.microsoft.com/office/drawing/2014/main" id="{5B574599-5F5D-92EB-0A7D-BC4351AF072F}"/>
              </a:ext>
            </a:extLst>
          </p:cNvPr>
          <p:cNvSpPr/>
          <p:nvPr/>
        </p:nvSpPr>
        <p:spPr>
          <a:xfrm rot="2697553">
            <a:off x="8440206" y="3163221"/>
            <a:ext cx="412519" cy="393888"/>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17;p20">
            <a:extLst>
              <a:ext uri="{FF2B5EF4-FFF2-40B4-BE49-F238E27FC236}">
                <a16:creationId xmlns:a16="http://schemas.microsoft.com/office/drawing/2014/main" id="{0B72367B-B074-3306-514F-251BE53D66CE}"/>
              </a:ext>
            </a:extLst>
          </p:cNvPr>
          <p:cNvSpPr/>
          <p:nvPr/>
        </p:nvSpPr>
        <p:spPr>
          <a:xfrm>
            <a:off x="8766552" y="2938344"/>
            <a:ext cx="165205" cy="157816"/>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18;p20">
            <a:extLst>
              <a:ext uri="{FF2B5EF4-FFF2-40B4-BE49-F238E27FC236}">
                <a16:creationId xmlns:a16="http://schemas.microsoft.com/office/drawing/2014/main" id="{9E8A7B0D-531A-2ADA-8E56-FBA42EC4EB2D}"/>
              </a:ext>
            </a:extLst>
          </p:cNvPr>
          <p:cNvSpPr/>
          <p:nvPr/>
        </p:nvSpPr>
        <p:spPr>
          <a:xfrm rot="1280074">
            <a:off x="6461154" y="2617456"/>
            <a:ext cx="165200" cy="157799"/>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9611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5" name="Google Shape;225;p21"/>
          <p:cNvSpPr txBox="1">
            <a:spLocks noGrp="1"/>
          </p:cNvSpPr>
          <p:nvPr>
            <p:ph type="title"/>
          </p:nvPr>
        </p:nvSpPr>
        <p:spPr>
          <a:xfrm>
            <a:off x="152400" y="0"/>
            <a:ext cx="5220300" cy="683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latin typeface="Bookman Old Style" panose="02050604050505020204" pitchFamily="18" charset="0"/>
              </a:rPr>
              <a:t>SYSTEM DESIGN</a:t>
            </a:r>
            <a:endParaRPr sz="2800" dirty="0">
              <a:latin typeface="Bookman Old Style" panose="02050604050505020204" pitchFamily="18" charset="0"/>
            </a:endParaRPr>
          </a:p>
        </p:txBody>
      </p:sp>
      <p:sp>
        <p:nvSpPr>
          <p:cNvPr id="227" name="Google Shape;227;p21"/>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7</a:t>
            </a:fld>
            <a:endParaRPr/>
          </a:p>
        </p:txBody>
      </p:sp>
      <p:pic>
        <p:nvPicPr>
          <p:cNvPr id="228" name="Google Shape;228;p21"/>
          <p:cNvPicPr preferRelativeResize="0"/>
          <p:nvPr/>
        </p:nvPicPr>
        <p:blipFill rotWithShape="1">
          <a:blip r:embed="rId3">
            <a:alphaModFix/>
          </a:blip>
          <a:srcRect/>
          <a:stretch/>
        </p:blipFill>
        <p:spPr>
          <a:xfrm>
            <a:off x="6372150" y="1054450"/>
            <a:ext cx="3034500" cy="3034500"/>
          </a:xfrm>
          <a:prstGeom prst="ellipse">
            <a:avLst/>
          </a:prstGeom>
          <a:noFill/>
          <a:ln>
            <a:noFill/>
          </a:ln>
        </p:spPr>
      </p:pic>
      <p:grpSp>
        <p:nvGrpSpPr>
          <p:cNvPr id="229" name="Google Shape;229;p21"/>
          <p:cNvGrpSpPr/>
          <p:nvPr/>
        </p:nvGrpSpPr>
        <p:grpSpPr>
          <a:xfrm>
            <a:off x="5853100" y="3068600"/>
            <a:ext cx="1539600" cy="1539600"/>
            <a:chOff x="6680825" y="2549350"/>
            <a:chExt cx="1539600" cy="1539600"/>
          </a:xfrm>
        </p:grpSpPr>
        <p:sp>
          <p:nvSpPr>
            <p:cNvPr id="230" name="Google Shape;230;p21"/>
            <p:cNvSpPr/>
            <p:nvPr/>
          </p:nvSpPr>
          <p:spPr>
            <a:xfrm>
              <a:off x="6825669" y="2694194"/>
              <a:ext cx="1249800" cy="1249800"/>
            </a:xfrm>
            <a:prstGeom prst="ellipse">
              <a:avLst/>
            </a:prstGeom>
            <a:solidFill>
              <a:srgbClr val="000000">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1"/>
            <p:cNvSpPr/>
            <p:nvPr/>
          </p:nvSpPr>
          <p:spPr>
            <a:xfrm>
              <a:off x="6894850" y="2763375"/>
              <a:ext cx="1111200" cy="11112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1"/>
            <p:cNvSpPr/>
            <p:nvPr/>
          </p:nvSpPr>
          <p:spPr>
            <a:xfrm>
              <a:off x="6680825" y="2549350"/>
              <a:ext cx="1539600" cy="1539600"/>
            </a:xfrm>
            <a:prstGeom prst="donut">
              <a:avLst>
                <a:gd name="adj" fmla="val 675"/>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21"/>
          <p:cNvSpPr/>
          <p:nvPr/>
        </p:nvSpPr>
        <p:spPr>
          <a:xfrm>
            <a:off x="6454511" y="3670015"/>
            <a:ext cx="336767" cy="336767"/>
          </a:xfrm>
          <a:custGeom>
            <a:avLst/>
            <a:gdLst/>
            <a:ahLst/>
            <a:cxnLst/>
            <a:rect l="l" t="t" r="r" b="b"/>
            <a:pathLst>
              <a:path w="16027" h="16027" fill="none" extrusionOk="0">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Picture 16">
            <a:extLst>
              <a:ext uri="{FF2B5EF4-FFF2-40B4-BE49-F238E27FC236}">
                <a16:creationId xmlns:a16="http://schemas.microsoft.com/office/drawing/2014/main" id="{70C06DF3-546B-9D05-82AA-07BAF954E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836" y="810933"/>
            <a:ext cx="4943739" cy="42011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2"/>
          <p:cNvSpPr txBox="1">
            <a:spLocks noGrp="1"/>
          </p:cNvSpPr>
          <p:nvPr>
            <p:ph type="title"/>
          </p:nvPr>
        </p:nvSpPr>
        <p:spPr>
          <a:xfrm>
            <a:off x="320040" y="66475"/>
            <a:ext cx="7072660" cy="68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dirty="0">
                <a:latin typeface="Bookman Old Style" panose="02050604050505020204" pitchFamily="18" charset="0"/>
              </a:rPr>
              <a:t>PICTORIAL </a:t>
            </a:r>
            <a:r>
              <a:rPr lang="en-US" sz="2800" dirty="0">
                <a:latin typeface="Bookman Old Style" panose="02050604050505020204" pitchFamily="18" charset="0"/>
              </a:rPr>
              <a:t>CIRCUIT DIAGRAM</a:t>
            </a:r>
            <a:endParaRPr sz="2800" dirty="0">
              <a:latin typeface="Bookman Old Style" panose="02050604050505020204" pitchFamily="18" charset="0"/>
            </a:endParaRPr>
          </a:p>
        </p:txBody>
      </p:sp>
      <p:sp>
        <p:nvSpPr>
          <p:cNvPr id="242" name="Google Shape;242;p22"/>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8</a:t>
            </a:fld>
            <a:endParaRPr/>
          </a:p>
        </p:txBody>
      </p:sp>
      <p:pic>
        <p:nvPicPr>
          <p:cNvPr id="243" name="Google Shape;243;p22"/>
          <p:cNvPicPr preferRelativeResize="0"/>
          <p:nvPr/>
        </p:nvPicPr>
        <p:blipFill rotWithShape="1">
          <a:blip r:embed="rId3">
            <a:alphaModFix/>
          </a:blip>
          <a:srcRect/>
          <a:stretch/>
        </p:blipFill>
        <p:spPr>
          <a:xfrm>
            <a:off x="6372150" y="1054450"/>
            <a:ext cx="3034500" cy="3034500"/>
          </a:xfrm>
          <a:prstGeom prst="ellipse">
            <a:avLst/>
          </a:prstGeom>
          <a:noFill/>
          <a:ln>
            <a:noFill/>
          </a:ln>
        </p:spPr>
      </p:pic>
      <p:grpSp>
        <p:nvGrpSpPr>
          <p:cNvPr id="244" name="Google Shape;244;p22"/>
          <p:cNvGrpSpPr/>
          <p:nvPr/>
        </p:nvGrpSpPr>
        <p:grpSpPr>
          <a:xfrm>
            <a:off x="5853100" y="3068600"/>
            <a:ext cx="1539600" cy="1539600"/>
            <a:chOff x="6680825" y="2549350"/>
            <a:chExt cx="1539600" cy="1539600"/>
          </a:xfrm>
        </p:grpSpPr>
        <p:sp>
          <p:nvSpPr>
            <p:cNvPr id="245" name="Google Shape;245;p22"/>
            <p:cNvSpPr/>
            <p:nvPr/>
          </p:nvSpPr>
          <p:spPr>
            <a:xfrm>
              <a:off x="6825669" y="2694194"/>
              <a:ext cx="1249800" cy="1249800"/>
            </a:xfrm>
            <a:prstGeom prst="ellipse">
              <a:avLst/>
            </a:prstGeom>
            <a:solidFill>
              <a:srgbClr val="000000">
                <a:alpha val="18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2"/>
            <p:cNvSpPr/>
            <p:nvPr/>
          </p:nvSpPr>
          <p:spPr>
            <a:xfrm>
              <a:off x="6894850" y="2763375"/>
              <a:ext cx="1111200" cy="11112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2"/>
            <p:cNvSpPr/>
            <p:nvPr/>
          </p:nvSpPr>
          <p:spPr>
            <a:xfrm>
              <a:off x="6680825" y="2549350"/>
              <a:ext cx="1539600" cy="1539600"/>
            </a:xfrm>
            <a:prstGeom prst="donut">
              <a:avLst>
                <a:gd name="adj" fmla="val 675"/>
              </a:avLst>
            </a:prstGeom>
            <a:solidFill>
              <a:srgbClr val="000000">
                <a:alpha val="65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2"/>
          <p:cNvGrpSpPr/>
          <p:nvPr/>
        </p:nvGrpSpPr>
        <p:grpSpPr>
          <a:xfrm>
            <a:off x="6405399" y="3676684"/>
            <a:ext cx="435022" cy="323445"/>
            <a:chOff x="5247525" y="3007275"/>
            <a:chExt cx="517575" cy="384825"/>
          </a:xfrm>
        </p:grpSpPr>
        <p:sp>
          <p:nvSpPr>
            <p:cNvPr id="249" name="Google Shape;249;p22"/>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2"/>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image8.jpg" descr="Diagram, schematic&#10;&#10;Description generated with very high confidence">
            <a:extLst>
              <a:ext uri="{FF2B5EF4-FFF2-40B4-BE49-F238E27FC236}">
                <a16:creationId xmlns:a16="http://schemas.microsoft.com/office/drawing/2014/main" id="{7E9A5398-1D22-51F3-E82E-9D0588716440}"/>
              </a:ext>
            </a:extLst>
          </p:cNvPr>
          <p:cNvPicPr/>
          <p:nvPr/>
        </p:nvPicPr>
        <p:blipFill>
          <a:blip r:embed="rId4"/>
          <a:srcRect/>
          <a:stretch>
            <a:fillRect/>
          </a:stretch>
        </p:blipFill>
        <p:spPr>
          <a:xfrm>
            <a:off x="249148" y="770840"/>
            <a:ext cx="5714206" cy="4241210"/>
          </a:xfrm>
          <a:prstGeom prst="rect">
            <a:avLst/>
          </a:prstGeo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23"/>
          <p:cNvPicPr preferRelativeResize="0"/>
          <p:nvPr/>
        </p:nvPicPr>
        <p:blipFill rotWithShape="1">
          <a:blip r:embed="rId3">
            <a:alphaModFix/>
          </a:blip>
          <a:srcRect/>
          <a:stretch/>
        </p:blipFill>
        <p:spPr>
          <a:xfrm>
            <a:off x="5376775" y="592475"/>
            <a:ext cx="3958500" cy="3958500"/>
          </a:xfrm>
          <a:prstGeom prst="ellipse">
            <a:avLst/>
          </a:prstGeom>
          <a:noFill/>
          <a:ln>
            <a:noFill/>
          </a:ln>
        </p:spPr>
      </p:pic>
      <p:sp>
        <p:nvSpPr>
          <p:cNvPr id="256" name="Google Shape;256;p23"/>
          <p:cNvSpPr txBox="1">
            <a:spLocks noGrp="1"/>
          </p:cNvSpPr>
          <p:nvPr>
            <p:ph type="title"/>
          </p:nvPr>
        </p:nvSpPr>
        <p:spPr>
          <a:xfrm>
            <a:off x="167640" y="113765"/>
            <a:ext cx="5928360" cy="68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effectLst/>
                <a:latin typeface="Bookman Old Style" panose="02050604050505020204" pitchFamily="18" charset="0"/>
                <a:ea typeface="Bookman Old Style" panose="02050604050505020204" pitchFamily="18" charset="0"/>
              </a:rPr>
              <a:t>CIRCUIT DIAGRAM DESIGN</a:t>
            </a:r>
            <a:endParaRPr sz="4800" dirty="0">
              <a:latin typeface="Bookman Old Style" panose="02050604050505020204" pitchFamily="18" charset="0"/>
            </a:endParaRPr>
          </a:p>
        </p:txBody>
      </p:sp>
      <p:sp>
        <p:nvSpPr>
          <p:cNvPr id="258" name="Google Shape;258;p23"/>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9</a:t>
            </a:fld>
            <a:endParaRPr/>
          </a:p>
        </p:txBody>
      </p:sp>
      <p:pic>
        <p:nvPicPr>
          <p:cNvPr id="8" name="image19.jpg" descr="Diagram, schematic&#10;&#10;Description generated with very high confidence">
            <a:extLst>
              <a:ext uri="{FF2B5EF4-FFF2-40B4-BE49-F238E27FC236}">
                <a16:creationId xmlns:a16="http://schemas.microsoft.com/office/drawing/2014/main" id="{A1DEEBC0-3CAD-F62C-D9F7-CCA319EAA4C3}"/>
              </a:ext>
            </a:extLst>
          </p:cNvPr>
          <p:cNvPicPr/>
          <p:nvPr/>
        </p:nvPicPr>
        <p:blipFill>
          <a:blip r:embed="rId4"/>
          <a:srcRect/>
          <a:stretch>
            <a:fillRect/>
          </a:stretch>
        </p:blipFill>
        <p:spPr>
          <a:xfrm>
            <a:off x="167640" y="796865"/>
            <a:ext cx="5638800" cy="4215185"/>
          </a:xfrm>
          <a:prstGeom prst="rect">
            <a:avLst/>
          </a:prstGeo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5"/>
          <p:cNvSpPr txBox="1">
            <a:spLocks noGrp="1"/>
          </p:cNvSpPr>
          <p:nvPr>
            <p:ph type="title"/>
          </p:nvPr>
        </p:nvSpPr>
        <p:spPr>
          <a:xfrm>
            <a:off x="225891" y="103485"/>
            <a:ext cx="5260509" cy="63239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latin typeface="Bookman Old Style" panose="02050604050505020204" pitchFamily="18" charset="0"/>
              </a:rPr>
              <a:t>Meet ZetaBot</a:t>
            </a:r>
            <a:endParaRPr sz="2800" dirty="0">
              <a:latin typeface="Bookman Old Style" panose="02050604050505020204" pitchFamily="18" charset="0"/>
            </a:endParaRPr>
          </a:p>
        </p:txBody>
      </p:sp>
      <p:sp>
        <p:nvSpPr>
          <p:cNvPr id="270" name="Google Shape;270;p25"/>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10</a:t>
            </a:fld>
            <a:endParaRPr/>
          </a:p>
        </p:txBody>
      </p:sp>
      <p:pic>
        <p:nvPicPr>
          <p:cNvPr id="3" name="Picture 2" descr="A picture containing text&#10;&#10;Description automatically generated">
            <a:extLst>
              <a:ext uri="{FF2B5EF4-FFF2-40B4-BE49-F238E27FC236}">
                <a16:creationId xmlns:a16="http://schemas.microsoft.com/office/drawing/2014/main" id="{17458CCB-97AD-7299-4875-2E38C4DB04CD}"/>
              </a:ext>
            </a:extLst>
          </p:cNvPr>
          <p:cNvPicPr>
            <a:picLocks noChangeAspect="1"/>
          </p:cNvPicPr>
          <p:nvPr/>
        </p:nvPicPr>
        <p:blipFill>
          <a:blip r:embed="rId3"/>
          <a:stretch>
            <a:fillRect/>
          </a:stretch>
        </p:blipFill>
        <p:spPr>
          <a:xfrm>
            <a:off x="3065874" y="834110"/>
            <a:ext cx="3745056" cy="4990527"/>
          </a:xfrm>
          <a:prstGeom prst="rect">
            <a:avLst/>
          </a:prstGeom>
        </p:spPr>
      </p:pic>
      <p:pic>
        <p:nvPicPr>
          <p:cNvPr id="5" name="Picture 4" descr="A picture containing automaton&#10;&#10;Description automatically generated">
            <a:extLst>
              <a:ext uri="{FF2B5EF4-FFF2-40B4-BE49-F238E27FC236}">
                <a16:creationId xmlns:a16="http://schemas.microsoft.com/office/drawing/2014/main" id="{E197D903-ABF2-8A4B-8910-F23936848BDE}"/>
              </a:ext>
            </a:extLst>
          </p:cNvPr>
          <p:cNvPicPr>
            <a:picLocks noChangeAspect="1"/>
          </p:cNvPicPr>
          <p:nvPr/>
        </p:nvPicPr>
        <p:blipFill>
          <a:blip r:embed="rId4"/>
          <a:stretch>
            <a:fillRect/>
          </a:stretch>
        </p:blipFill>
        <p:spPr>
          <a:xfrm>
            <a:off x="160145" y="87375"/>
            <a:ext cx="3832263" cy="5106734"/>
          </a:xfrm>
          <a:prstGeom prst="rect">
            <a:avLst/>
          </a:prstGeom>
        </p:spPr>
      </p:pic>
      <p:pic>
        <p:nvPicPr>
          <p:cNvPr id="7" name="Picture 6" descr="A picture containing air, automaton&#10;&#10;Description automatically generated">
            <a:extLst>
              <a:ext uri="{FF2B5EF4-FFF2-40B4-BE49-F238E27FC236}">
                <a16:creationId xmlns:a16="http://schemas.microsoft.com/office/drawing/2014/main" id="{68176AB4-1088-4A4F-EE3B-F25E2F08B47B}"/>
              </a:ext>
            </a:extLst>
          </p:cNvPr>
          <p:cNvPicPr>
            <a:picLocks noChangeAspect="1"/>
          </p:cNvPicPr>
          <p:nvPr/>
        </p:nvPicPr>
        <p:blipFill>
          <a:blip r:embed="rId5"/>
          <a:stretch>
            <a:fillRect/>
          </a:stretch>
        </p:blipFill>
        <p:spPr>
          <a:xfrm>
            <a:off x="5657134" y="0"/>
            <a:ext cx="4243274" cy="56544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4"/>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11</a:t>
            </a:fld>
            <a:endParaRPr/>
          </a:p>
        </p:txBody>
      </p:sp>
      <p:grpSp>
        <p:nvGrpSpPr>
          <p:cNvPr id="416" name="Google Shape;416;p34"/>
          <p:cNvGrpSpPr/>
          <p:nvPr/>
        </p:nvGrpSpPr>
        <p:grpSpPr>
          <a:xfrm rot="5400000">
            <a:off x="5242886" y="490344"/>
            <a:ext cx="2736410" cy="4222433"/>
            <a:chOff x="2112475" y="238125"/>
            <a:chExt cx="3395050" cy="5238750"/>
          </a:xfrm>
        </p:grpSpPr>
        <p:sp>
          <p:nvSpPr>
            <p:cNvPr id="417" name="Google Shape;417;p34"/>
            <p:cNvSpPr/>
            <p:nvPr/>
          </p:nvSpPr>
          <p:spPr>
            <a:xfrm>
              <a:off x="2112475" y="238125"/>
              <a:ext cx="3395050" cy="5238750"/>
            </a:xfrm>
            <a:custGeom>
              <a:avLst/>
              <a:gdLst/>
              <a:ahLst/>
              <a:cxnLst/>
              <a:rect l="l" t="t" r="r" b="b"/>
              <a:pathLst>
                <a:path w="135802" h="209550" extrusionOk="0">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418" name="Google Shape;418;p34"/>
            <p:cNvSpPr/>
            <p:nvPr/>
          </p:nvSpPr>
          <p:spPr>
            <a:xfrm>
              <a:off x="3671350" y="5147100"/>
              <a:ext cx="279175" cy="179900"/>
            </a:xfrm>
            <a:custGeom>
              <a:avLst/>
              <a:gdLst/>
              <a:ahLst/>
              <a:cxnLst/>
              <a:rect l="l" t="t" r="r" b="b"/>
              <a:pathLst>
                <a:path w="11167" h="7196" extrusionOk="0">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419;p34"/>
            <p:cNvSpPr/>
            <p:nvPr/>
          </p:nvSpPr>
          <p:spPr>
            <a:xfrm>
              <a:off x="3650725" y="446100"/>
              <a:ext cx="54375" cy="54350"/>
            </a:xfrm>
            <a:custGeom>
              <a:avLst/>
              <a:gdLst/>
              <a:ahLst/>
              <a:cxnLst/>
              <a:rect l="l" t="t" r="r" b="b"/>
              <a:pathLst>
                <a:path w="2175" h="2174" extrusionOk="0">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420;p34"/>
            <p:cNvSpPr/>
            <p:nvPr/>
          </p:nvSpPr>
          <p:spPr>
            <a:xfrm>
              <a:off x="3761275" y="423600"/>
              <a:ext cx="99325" cy="99325"/>
            </a:xfrm>
            <a:custGeom>
              <a:avLst/>
              <a:gdLst/>
              <a:ahLst/>
              <a:cxnLst/>
              <a:rect l="l" t="t" r="r" b="b"/>
              <a:pathLst>
                <a:path w="3973" h="3973" extrusionOk="0">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21" name="Google Shape;421;p34"/>
          <p:cNvSpPr txBox="1">
            <a:spLocks noGrp="1"/>
          </p:cNvSpPr>
          <p:nvPr>
            <p:ph type="body" idx="4294967295"/>
          </p:nvPr>
        </p:nvSpPr>
        <p:spPr>
          <a:xfrm>
            <a:off x="200588" y="457877"/>
            <a:ext cx="3714877" cy="42549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 sz="3600" b="1" dirty="0">
                <a:latin typeface="Poppins"/>
                <a:ea typeface="Poppins"/>
                <a:cs typeface="Poppins"/>
                <a:sym typeface="Poppins"/>
              </a:rPr>
              <a:t>Tablet APP</a:t>
            </a:r>
          </a:p>
          <a:p>
            <a:pPr marL="0" lvl="0" indent="0" algn="ctr" rtl="0">
              <a:spcBef>
                <a:spcPts val="600"/>
              </a:spcBef>
              <a:spcAft>
                <a:spcPts val="0"/>
              </a:spcAft>
              <a:buNone/>
            </a:pPr>
            <a:r>
              <a:rPr lang="en" sz="3600" b="1" dirty="0">
                <a:latin typeface="Poppins"/>
                <a:cs typeface="Poppins"/>
                <a:sym typeface="Poppins"/>
              </a:rPr>
              <a:t>(Tank Section)</a:t>
            </a:r>
            <a:endParaRPr sz="3600" dirty="0"/>
          </a:p>
        </p:txBody>
      </p:sp>
      <p:pic>
        <p:nvPicPr>
          <p:cNvPr id="5" name="Picture 4" descr="Graphical user interface&#10;&#10;Description automatically generated with medium confidence">
            <a:extLst>
              <a:ext uri="{FF2B5EF4-FFF2-40B4-BE49-F238E27FC236}">
                <a16:creationId xmlns:a16="http://schemas.microsoft.com/office/drawing/2014/main" id="{571383C1-41BC-3875-6A20-17ADF22C4D21}"/>
              </a:ext>
            </a:extLst>
          </p:cNvPr>
          <p:cNvPicPr>
            <a:picLocks noChangeAspect="1"/>
          </p:cNvPicPr>
          <p:nvPr/>
        </p:nvPicPr>
        <p:blipFill>
          <a:blip r:embed="rId3"/>
          <a:stretch>
            <a:fillRect/>
          </a:stretch>
        </p:blipFill>
        <p:spPr>
          <a:xfrm>
            <a:off x="4874898" y="1295422"/>
            <a:ext cx="3517262" cy="26305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4"/>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12</a:t>
            </a:fld>
            <a:endParaRPr/>
          </a:p>
        </p:txBody>
      </p:sp>
      <p:grpSp>
        <p:nvGrpSpPr>
          <p:cNvPr id="416" name="Google Shape;416;p34"/>
          <p:cNvGrpSpPr/>
          <p:nvPr/>
        </p:nvGrpSpPr>
        <p:grpSpPr>
          <a:xfrm>
            <a:off x="4812682" y="460533"/>
            <a:ext cx="2736410" cy="4222433"/>
            <a:chOff x="2112475" y="238125"/>
            <a:chExt cx="3395050" cy="5238750"/>
          </a:xfrm>
        </p:grpSpPr>
        <p:sp>
          <p:nvSpPr>
            <p:cNvPr id="417" name="Google Shape;417;p34"/>
            <p:cNvSpPr/>
            <p:nvPr/>
          </p:nvSpPr>
          <p:spPr>
            <a:xfrm>
              <a:off x="2112475" y="238125"/>
              <a:ext cx="3395050" cy="5238750"/>
            </a:xfrm>
            <a:custGeom>
              <a:avLst/>
              <a:gdLst/>
              <a:ahLst/>
              <a:cxnLst/>
              <a:rect l="l" t="t" r="r" b="b"/>
              <a:pathLst>
                <a:path w="135802" h="209550" extrusionOk="0">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418" name="Google Shape;418;p34"/>
            <p:cNvSpPr/>
            <p:nvPr/>
          </p:nvSpPr>
          <p:spPr>
            <a:xfrm>
              <a:off x="3671350" y="5147100"/>
              <a:ext cx="279175" cy="179900"/>
            </a:xfrm>
            <a:custGeom>
              <a:avLst/>
              <a:gdLst/>
              <a:ahLst/>
              <a:cxnLst/>
              <a:rect l="l" t="t" r="r" b="b"/>
              <a:pathLst>
                <a:path w="11167" h="7196" extrusionOk="0">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419;p34"/>
            <p:cNvSpPr/>
            <p:nvPr/>
          </p:nvSpPr>
          <p:spPr>
            <a:xfrm>
              <a:off x="3650725" y="446100"/>
              <a:ext cx="54375" cy="54350"/>
            </a:xfrm>
            <a:custGeom>
              <a:avLst/>
              <a:gdLst/>
              <a:ahLst/>
              <a:cxnLst/>
              <a:rect l="l" t="t" r="r" b="b"/>
              <a:pathLst>
                <a:path w="2175" h="2174" extrusionOk="0">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420;p34"/>
            <p:cNvSpPr/>
            <p:nvPr/>
          </p:nvSpPr>
          <p:spPr>
            <a:xfrm>
              <a:off x="3761275" y="423600"/>
              <a:ext cx="99325" cy="99325"/>
            </a:xfrm>
            <a:custGeom>
              <a:avLst/>
              <a:gdLst/>
              <a:ahLst/>
              <a:cxnLst/>
              <a:rect l="l" t="t" r="r" b="b"/>
              <a:pathLst>
                <a:path w="3973" h="3973" extrusionOk="0">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rgbClr val="4343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21" name="Google Shape;421;p34"/>
          <p:cNvSpPr txBox="1">
            <a:spLocks noGrp="1"/>
          </p:cNvSpPr>
          <p:nvPr>
            <p:ph type="body" idx="4294967295"/>
          </p:nvPr>
        </p:nvSpPr>
        <p:spPr>
          <a:xfrm>
            <a:off x="862947" y="542322"/>
            <a:ext cx="3552831" cy="42549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 sz="3600" b="1" dirty="0">
                <a:latin typeface="Poppins"/>
                <a:ea typeface="Poppins"/>
                <a:cs typeface="Poppins"/>
                <a:sym typeface="Poppins"/>
              </a:rPr>
              <a:t>Tablet APP</a:t>
            </a:r>
          </a:p>
          <a:p>
            <a:pPr marL="0" lvl="0" indent="0" algn="ctr" rtl="0">
              <a:spcBef>
                <a:spcPts val="600"/>
              </a:spcBef>
              <a:spcAft>
                <a:spcPts val="0"/>
              </a:spcAft>
              <a:buNone/>
            </a:pPr>
            <a:r>
              <a:rPr lang="en" sz="3600" b="1" dirty="0">
                <a:latin typeface="Poppins"/>
                <a:ea typeface="Poppins"/>
                <a:cs typeface="Poppins"/>
                <a:sym typeface="Poppins"/>
              </a:rPr>
              <a:t>(Arm </a:t>
            </a:r>
            <a:r>
              <a:rPr lang="en-US" sz="3600" b="1" dirty="0">
                <a:latin typeface="Poppins"/>
                <a:ea typeface="Poppins"/>
                <a:cs typeface="Poppins"/>
                <a:sym typeface="Poppins"/>
              </a:rPr>
              <a:t>Section</a:t>
            </a:r>
            <a:r>
              <a:rPr lang="en" sz="3600" b="1" dirty="0">
                <a:latin typeface="Poppins"/>
                <a:ea typeface="Poppins"/>
                <a:cs typeface="Poppins"/>
                <a:sym typeface="Poppins"/>
              </a:rPr>
              <a:t>)</a:t>
            </a:r>
            <a:endParaRPr sz="3600" dirty="0"/>
          </a:p>
        </p:txBody>
      </p:sp>
      <p:pic>
        <p:nvPicPr>
          <p:cNvPr id="9" name="Google Shape;423;p34">
            <a:extLst>
              <a:ext uri="{FF2B5EF4-FFF2-40B4-BE49-F238E27FC236}">
                <a16:creationId xmlns:a16="http://schemas.microsoft.com/office/drawing/2014/main" id="{E68BC256-396F-1A8C-AB68-BA3982D191A1}"/>
              </a:ext>
            </a:extLst>
          </p:cNvPr>
          <p:cNvPicPr preferRelativeResize="0"/>
          <p:nvPr/>
        </p:nvPicPr>
        <p:blipFill>
          <a:blip r:embed="rId3"/>
          <a:srcRect/>
          <a:stretch/>
        </p:blipFill>
        <p:spPr>
          <a:xfrm>
            <a:off x="4812682" y="839575"/>
            <a:ext cx="2692584" cy="3473748"/>
          </a:xfrm>
          <a:prstGeom prst="rect">
            <a:avLst/>
          </a:prstGeom>
          <a:noFill/>
          <a:ln>
            <a:noFill/>
          </a:ln>
        </p:spPr>
      </p:pic>
    </p:spTree>
    <p:extLst>
      <p:ext uri="{BB962C8B-B14F-4D97-AF65-F5344CB8AC3E}">
        <p14:creationId xmlns:p14="http://schemas.microsoft.com/office/powerpoint/2010/main" val="1019868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4"/>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13</a:t>
            </a:fld>
            <a:endParaRPr/>
          </a:p>
        </p:txBody>
      </p:sp>
      <p:sp>
        <p:nvSpPr>
          <p:cNvPr id="421" name="Google Shape;421;p34"/>
          <p:cNvSpPr txBox="1">
            <a:spLocks noGrp="1"/>
          </p:cNvSpPr>
          <p:nvPr>
            <p:ph type="body" idx="4294967295"/>
          </p:nvPr>
        </p:nvSpPr>
        <p:spPr>
          <a:xfrm>
            <a:off x="152525" y="131450"/>
            <a:ext cx="8838950" cy="4782521"/>
          </a:xfrm>
          <a:prstGeom prst="rect">
            <a:avLst/>
          </a:prstGeom>
        </p:spPr>
        <p:txBody>
          <a:bodyPr spcFirstLastPara="1" wrap="square" lIns="91425" tIns="91425" rIns="91425" bIns="91425" anchor="ctr" anchorCtr="0">
            <a:noAutofit/>
          </a:bodyPr>
          <a:lstStyle/>
          <a:p>
            <a:pPr marL="0" marR="0" indent="0" algn="ctr">
              <a:lnSpc>
                <a:spcPct val="150000"/>
              </a:lnSpc>
              <a:spcBef>
                <a:spcPts val="0"/>
              </a:spcBef>
              <a:spcAft>
                <a:spcPts val="0"/>
              </a:spcAft>
              <a:buNone/>
            </a:pPr>
            <a:r>
              <a:rPr lang="en-US" sz="1800" b="1" dirty="0">
                <a:effectLst/>
                <a:latin typeface="Bookman Old Style" panose="02050604050505020204" pitchFamily="18" charset="0"/>
                <a:ea typeface="Bookman Old Style" panose="02050604050505020204" pitchFamily="18" charset="0"/>
              </a:rPr>
              <a:t>CONCLUSION </a:t>
            </a:r>
            <a:endParaRPr lang="en-US" sz="1800" b="1" dirty="0">
              <a:effectLst/>
              <a:latin typeface="Bookman Old Style" panose="02050604050505020204" pitchFamily="18" charset="0"/>
              <a:ea typeface="Calibri" panose="020F0502020204030204" pitchFamily="34" charset="0"/>
            </a:endParaRPr>
          </a:p>
          <a:p>
            <a:pPr marL="0" marR="0" algn="just">
              <a:lnSpc>
                <a:spcPct val="150000"/>
              </a:lnSpc>
              <a:spcBef>
                <a:spcPts val="0"/>
              </a:spcBef>
              <a:spcAft>
                <a:spcPts val="0"/>
              </a:spcAft>
            </a:pPr>
            <a:r>
              <a:rPr lang="en-US" sz="1800" dirty="0">
                <a:effectLst/>
                <a:latin typeface="Bookman Old Style" panose="02050604050505020204" pitchFamily="18" charset="0"/>
                <a:ea typeface="Bookman Old Style" panose="02050604050505020204" pitchFamily="18" charset="0"/>
              </a:rPr>
              <a:t>I successfully designed and implemented the proposed low-cost robot. The mobile app is user friendly and self-explanatory, once the mobile is connected to the robot is shows connected and the robot displaying a welcome message indicating the robot is still booting. With this project being designed and implemented, a user-friendly, scalable, open-source and low-cost agrotechnology is believed to have been achieved.</a:t>
            </a:r>
            <a:endParaRPr lang="en-US" sz="1800" dirty="0">
              <a:effectLst/>
              <a:latin typeface="Bookman Old Style" panose="02050604050505020204" pitchFamily="18" charset="0"/>
              <a:ea typeface="Calibri" panose="020F0502020204030204" pitchFamily="34" charset="0"/>
            </a:endParaRPr>
          </a:p>
          <a:p>
            <a:pPr marL="0" marR="0" algn="just">
              <a:lnSpc>
                <a:spcPct val="150000"/>
              </a:lnSpc>
              <a:spcBef>
                <a:spcPts val="0"/>
              </a:spcBef>
              <a:spcAft>
                <a:spcPts val="0"/>
              </a:spcAft>
            </a:pPr>
            <a:r>
              <a:rPr lang="en-US" sz="1800" dirty="0">
                <a:effectLst/>
                <a:latin typeface="Bookman Old Style" panose="02050604050505020204" pitchFamily="18" charset="0"/>
                <a:ea typeface="Bookman Old Style" panose="02050604050505020204" pitchFamily="18" charset="0"/>
              </a:rPr>
              <a:t>Although, the project was initially planned to be operated over the Internet instead of Bluetooth Connection, this was due to lack of strong internet and availability of materials need for the seamless transmission.</a:t>
            </a:r>
            <a:endParaRPr lang="en-US" sz="1800" dirty="0">
              <a:effectLst/>
              <a:latin typeface="Bookman Old Style" panose="02050604050505020204" pitchFamily="18" charset="0"/>
              <a:ea typeface="Calibri" panose="020F0502020204030204" pitchFamily="34" charset="0"/>
            </a:endParaRPr>
          </a:p>
        </p:txBody>
      </p:sp>
      <p:pic>
        <p:nvPicPr>
          <p:cNvPr id="3" name="Picture 2" descr="Text, whiteboard&#10;&#10;Description automatically generated">
            <a:extLst>
              <a:ext uri="{FF2B5EF4-FFF2-40B4-BE49-F238E27FC236}">
                <a16:creationId xmlns:a16="http://schemas.microsoft.com/office/drawing/2014/main" id="{DD0D7B6A-0F1F-B3AB-2120-A7B2F9F1883F}"/>
              </a:ext>
            </a:extLst>
          </p:cNvPr>
          <p:cNvPicPr>
            <a:picLocks noChangeAspect="1"/>
          </p:cNvPicPr>
          <p:nvPr/>
        </p:nvPicPr>
        <p:blipFill>
          <a:blip r:embed="rId3">
            <a:alphaModFix amt="5000"/>
            <a:extLst>
              <a:ext uri="{837473B0-CC2E-450A-ABE3-18F120FF3D39}">
                <a1611:picAttrSrcUrl xmlns:a1611="http://schemas.microsoft.com/office/drawing/2016/11/main" r:id="rId4"/>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003561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8" name="Google Shape;297;p27">
            <a:extLst>
              <a:ext uri="{FF2B5EF4-FFF2-40B4-BE49-F238E27FC236}">
                <a16:creationId xmlns:a16="http://schemas.microsoft.com/office/drawing/2014/main" id="{5801301D-E9A5-8B92-E8BB-A4C538BFE3B8}"/>
              </a:ext>
            </a:extLst>
          </p:cNvPr>
          <p:cNvSpPr/>
          <p:nvPr/>
        </p:nvSpPr>
        <p:spPr>
          <a:xfrm>
            <a:off x="671512" y="834067"/>
            <a:ext cx="7800975" cy="3716213"/>
          </a:xfrm>
          <a:custGeom>
            <a:avLst/>
            <a:gdLst/>
            <a:ahLst/>
            <a:cxnLst/>
            <a:rect l="l" t="t" r="r" b="b"/>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bg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6"/>
          <p:cNvSpPr txBox="1">
            <a:spLocks noGrp="1"/>
          </p:cNvSpPr>
          <p:nvPr>
            <p:ph type="sldNum" idx="12"/>
          </p:nvPr>
        </p:nvSpPr>
        <p:spPr>
          <a:xfrm>
            <a:off x="8555875" y="4576450"/>
            <a:ext cx="435600" cy="435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14</a:t>
            </a:fld>
            <a:endParaRPr/>
          </a:p>
        </p:txBody>
      </p:sp>
      <p:sp>
        <p:nvSpPr>
          <p:cNvPr id="442" name="Google Shape;442;p36"/>
          <p:cNvSpPr txBox="1">
            <a:spLocks noGrp="1"/>
          </p:cNvSpPr>
          <p:nvPr>
            <p:ph type="ctrTitle" idx="4294967295"/>
          </p:nvPr>
        </p:nvSpPr>
        <p:spPr>
          <a:xfrm>
            <a:off x="1912019" y="1843272"/>
            <a:ext cx="5639919" cy="113896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Thank </a:t>
            </a:r>
            <a:r>
              <a:rPr lang="en-US" sz="6600" dirty="0"/>
              <a:t>You </a:t>
            </a:r>
            <a:r>
              <a:rPr lang="en" sz="6600" dirty="0"/>
              <a:t>!</a:t>
            </a:r>
            <a:endParaRPr sz="6600" dirty="0"/>
          </a:p>
        </p:txBody>
      </p:sp>
      <p:grpSp>
        <p:nvGrpSpPr>
          <p:cNvPr id="444" name="Google Shape;444;p36"/>
          <p:cNvGrpSpPr/>
          <p:nvPr/>
        </p:nvGrpSpPr>
        <p:grpSpPr>
          <a:xfrm>
            <a:off x="1812552" y="1460659"/>
            <a:ext cx="345971" cy="325505"/>
            <a:chOff x="5972700" y="2330200"/>
            <a:chExt cx="411625" cy="387275"/>
          </a:xfrm>
        </p:grpSpPr>
        <p:sp>
          <p:nvSpPr>
            <p:cNvPr id="445" name="Google Shape;445;p36"/>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6"/>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217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ymbeline template">
  <a:themeElements>
    <a:clrScheme name="Custom 347">
      <a:dk1>
        <a:srgbClr val="000000"/>
      </a:dk1>
      <a:lt1>
        <a:srgbClr val="FFFFFF"/>
      </a:lt1>
      <a:dk2>
        <a:srgbClr val="666666"/>
      </a:dk2>
      <a:lt2>
        <a:srgbClr val="EFEFEF"/>
      </a:lt2>
      <a:accent1>
        <a:srgbClr val="485364"/>
      </a:accent1>
      <a:accent2>
        <a:srgbClr val="63728A"/>
      </a:accent2>
      <a:accent3>
        <a:srgbClr val="8B9AB3"/>
      </a:accent3>
      <a:accent4>
        <a:srgbClr val="9E8473"/>
      </a:accent4>
      <a:accent5>
        <a:srgbClr val="CAAE9C"/>
      </a:accent5>
      <a:accent6>
        <a:srgbClr val="DFCEC3"/>
      </a:accent6>
      <a:hlink>
        <a:srgbClr val="0000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447</TotalTime>
  <Words>460</Words>
  <Application>Microsoft Office PowerPoint</Application>
  <PresentationFormat>On-screen Show (16:9)</PresentationFormat>
  <Paragraphs>56</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Poppins Light</vt:lpstr>
      <vt:lpstr>Poppins</vt:lpstr>
      <vt:lpstr>Bookman Old Style</vt:lpstr>
      <vt:lpstr>Arial</vt:lpstr>
      <vt:lpstr>Maiandra GD</vt:lpstr>
      <vt:lpstr>Cymbeline template</vt:lpstr>
      <vt:lpstr>DESIGN AND CONSTRUCTION OF A MOBILE CONTROL ROBOT ARM ON A ROBOTIC WHEEL</vt:lpstr>
      <vt:lpstr>INTRODUCTION</vt:lpstr>
      <vt:lpstr>STATEMENT OF PROBLEM</vt:lpstr>
      <vt:lpstr>PowerPoint Presentation</vt:lpstr>
      <vt:lpstr>Methodology</vt:lpstr>
      <vt:lpstr>Methodology</vt:lpstr>
      <vt:lpstr>SYSTEM DESIGN</vt:lpstr>
      <vt:lpstr>PICTORIAL CIRCUIT DIAGRAM</vt:lpstr>
      <vt:lpstr>CIRCUIT DIAGRAM DESIGN</vt:lpstr>
      <vt:lpstr>Meet ZetaBot</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CONSTRUCTION OF A MOBILE CONTROL ROBOT ARM ON A ROBOTIC WHEEL</dc:title>
  <dc:creator>Iyanuoluwa E. Oke</dc:creator>
  <cp:lastModifiedBy>Iyanuoluwa E. Oke</cp:lastModifiedBy>
  <cp:revision>16</cp:revision>
  <dcterms:modified xsi:type="dcterms:W3CDTF">2022-07-14T00:16:23Z</dcterms:modified>
</cp:coreProperties>
</file>